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authors.xml" ContentType="application/vnd.ms-powerpoint.author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4"/>
  </p:sldMasterIdLst>
  <p:notesMasterIdLst>
    <p:notesMasterId r:id="rId17"/>
  </p:notesMasterIdLst>
  <p:sldIdLst>
    <p:sldId id="256" r:id="rId5"/>
    <p:sldId id="257" r:id="rId6"/>
    <p:sldId id="258" r:id="rId7"/>
    <p:sldId id="259" r:id="rId8"/>
    <p:sldId id="267" r:id="rId9"/>
    <p:sldId id="260" r:id="rId10"/>
    <p:sldId id="261" r:id="rId11"/>
    <p:sldId id="262" r:id="rId12"/>
    <p:sldId id="263" r:id="rId13"/>
    <p:sldId id="265" r:id="rId14"/>
    <p:sldId id="264" r:id="rId15"/>
    <p:sldId id="266"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E198087-08A2-AB1C-2FE7-F65705BE4F69}" name="2024_AI 渡邊 佑真" initials="2佑" userId="S::c241048@ivy.ac.jp::3a50f35f-6d80-4423-8e66-0f01a9104cea"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1BE618C-E4A5-663E-DC52-EA725A7AC204}" v="40" dt="2026-03-10T01:06:35.128"/>
    <p1510:client id="{09233FB4-1247-F2CE-2DDD-F6FFC139ECB7}" v="40" dt="2026-03-09T06:41:19.318"/>
    <p1510:client id="{F66D97BB-F39B-D3B1-B096-F4DEAA315434}" v="14" dt="2026-03-09T06:28:06.589"/>
    <p1510:client id="{5B0166EF-17C1-B2A5-3109-A6651F32FD41}" v="24" dt="2026-03-09T04:06:58.362"/>
    <p1510:client id="{F91C94C7-389B-6A20-A0C4-FEEEF3B8D859}" v="8" dt="2026-03-09T04:35:39.051"/>
    <p1510:client id="{660C848B-AE17-CCA2-4EFF-5CF5058506B1}" v="3" dt="2026-03-09T03:31:20.955"/>
    <p1510:client id="{0A6E568F-0EFA-AAD5-6BFE-B718686AACA2}" v="3" dt="2026-03-09T06:40:08.404"/>
    <p1510:client id="{D87258D8-3578-7371-4BC5-7FAD37302353}" v="27" dt="2026-03-09T06:32:10.534"/>
    <p1510:client id="{E19A5F0D-6F78-DEF6-72F6-5C8DA82B0713}" v="1027" dt="2026-03-09T02:59:53.031"/>
    <p1510:client id="{EEABF6CC-D721-5018-DAF0-17AEB7C85733}" v="457" dt="2026-03-09T03:00:26.52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9406" autoAdjust="0"/>
  </p:normalViewPr>
  <p:slideViewPr>
    <p:cSldViewPr snapToGrid="0">
      <p:cViewPr varScale="1">
        <p:scale>
          <a:sx n="59" d="100"/>
          <a:sy n="59" d="100"/>
        </p:scale>
        <p:origin x="1589" y="58"/>
      </p:cViewPr>
      <p:guideLst/>
    </p:cSldViewPr>
  </p:slideViewPr>
  <p:notesTextViewPr>
    <p:cViewPr>
      <p:scale>
        <a:sx n="1" d="1"/>
        <a:sy n="1" d="1"/>
      </p:scale>
      <p:origin x="0" y="-293"/>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2024_AI 東島 陽向" userId="S::c241038@ivy.ac.jp::59f660fd-db52-4017-bae7-78a6fbf7a034" providerId="AD" clId="Web-{6DBAD846-5634-4039-B624-5EE90815B78E}"/>
    <pc:docChg chg="modSld">
      <pc:chgData name="2024_AI 東島 陽向" userId="S::c241038@ivy.ac.jp::59f660fd-db52-4017-bae7-78a6fbf7a034" providerId="AD" clId="Web-{6DBAD846-5634-4039-B624-5EE90815B78E}" dt="2026-03-09T04:50:17.233" v="13"/>
      <pc:docMkLst>
        <pc:docMk/>
      </pc:docMkLst>
      <pc:sldChg chg="modNotes">
        <pc:chgData name="2024_AI 東島 陽向" userId="S::c241038@ivy.ac.jp::59f660fd-db52-4017-bae7-78a6fbf7a034" providerId="AD" clId="Web-{6DBAD846-5634-4039-B624-5EE90815B78E}" dt="2026-03-09T04:50:17.233" v="13"/>
        <pc:sldMkLst>
          <pc:docMk/>
          <pc:sldMk cId="3050823287" sldId="266"/>
        </pc:sldMkLst>
      </pc:sldChg>
    </pc:docChg>
  </pc:docChgLst>
  <pc:docChgLst>
    <pc:chgData name="2024_AI 嘉藤 潤" userId="S::c241006@ivy.ac.jp::f1e01ae7-0979-493a-b46c-88701c7d015a" providerId="AD" clId="Web-{09233FB4-1247-F2CE-2DDD-F6FFC139ECB7}"/>
    <pc:docChg chg="modSld">
      <pc:chgData name="2024_AI 嘉藤 潤" userId="S::c241006@ivy.ac.jp::f1e01ae7-0979-493a-b46c-88701c7d015a" providerId="AD" clId="Web-{09233FB4-1247-F2CE-2DDD-F6FFC139ECB7}" dt="2026-03-09T06:41:19.318" v="33"/>
      <pc:docMkLst>
        <pc:docMk/>
      </pc:docMkLst>
      <pc:sldChg chg="modSp">
        <pc:chgData name="2024_AI 嘉藤 潤" userId="S::c241006@ivy.ac.jp::f1e01ae7-0979-493a-b46c-88701c7d015a" providerId="AD" clId="Web-{09233FB4-1247-F2CE-2DDD-F6FFC139ECB7}" dt="2026-03-09T06:41:19.318" v="33"/>
        <pc:sldMkLst>
          <pc:docMk/>
          <pc:sldMk cId="3824123131" sldId="257"/>
        </pc:sldMkLst>
        <pc:spChg chg="mod">
          <ac:chgData name="2024_AI 嘉藤 潤" userId="S::c241006@ivy.ac.jp::f1e01ae7-0979-493a-b46c-88701c7d015a" providerId="AD" clId="Web-{09233FB4-1247-F2CE-2DDD-F6FFC139ECB7}" dt="2026-03-09T06:41:19.318" v="33"/>
          <ac:spMkLst>
            <pc:docMk/>
            <pc:sldMk cId="3824123131" sldId="257"/>
            <ac:spMk id="2" creationId="{570991E4-00C3-B735-88A4-ADFF6DE8687F}"/>
          </ac:spMkLst>
        </pc:spChg>
        <pc:spChg chg="mod">
          <ac:chgData name="2024_AI 嘉藤 潤" userId="S::c241006@ivy.ac.jp::f1e01ae7-0979-493a-b46c-88701c7d015a" providerId="AD" clId="Web-{09233FB4-1247-F2CE-2DDD-F6FFC139ECB7}" dt="2026-03-09T06:40:41.036" v="32"/>
          <ac:spMkLst>
            <pc:docMk/>
            <pc:sldMk cId="3824123131" sldId="257"/>
            <ac:spMk id="3" creationId="{261F4B80-E782-E018-E43F-61114A8B2482}"/>
          </ac:spMkLst>
        </pc:spChg>
      </pc:sldChg>
      <pc:sldChg chg="modSp">
        <pc:chgData name="2024_AI 嘉藤 潤" userId="S::c241006@ivy.ac.jp::f1e01ae7-0979-493a-b46c-88701c7d015a" providerId="AD" clId="Web-{09233FB4-1247-F2CE-2DDD-F6FFC139ECB7}" dt="2026-03-09T06:30:54.215" v="23" actId="20577"/>
        <pc:sldMkLst>
          <pc:docMk/>
          <pc:sldMk cId="1879445555" sldId="260"/>
        </pc:sldMkLst>
        <pc:spChg chg="mod">
          <ac:chgData name="2024_AI 嘉藤 潤" userId="S::c241006@ivy.ac.jp::f1e01ae7-0979-493a-b46c-88701c7d015a" providerId="AD" clId="Web-{09233FB4-1247-F2CE-2DDD-F6FFC139ECB7}" dt="2026-03-09T06:30:54.215" v="23" actId="20577"/>
          <ac:spMkLst>
            <pc:docMk/>
            <pc:sldMk cId="1879445555" sldId="260"/>
            <ac:spMk id="3" creationId="{42D59A73-2AEF-96A1-79D5-D07DDBA3EB9B}"/>
          </ac:spMkLst>
        </pc:spChg>
      </pc:sldChg>
      <pc:sldChg chg="addSp modSp addAnim">
        <pc:chgData name="2024_AI 嘉藤 潤" userId="S::c241006@ivy.ac.jp::f1e01ae7-0979-493a-b46c-88701c7d015a" providerId="AD" clId="Web-{09233FB4-1247-F2CE-2DDD-F6FFC139ECB7}" dt="2026-03-09T06:28:34.760" v="6"/>
        <pc:sldMkLst>
          <pc:docMk/>
          <pc:sldMk cId="1638641616" sldId="262"/>
        </pc:sldMkLst>
        <pc:spChg chg="mod">
          <ac:chgData name="2024_AI 嘉藤 潤" userId="S::c241006@ivy.ac.jp::f1e01ae7-0979-493a-b46c-88701c7d015a" providerId="AD" clId="Web-{09233FB4-1247-F2CE-2DDD-F6FFC139ECB7}" dt="2026-03-09T06:26:47.821" v="1" actId="20577"/>
          <ac:spMkLst>
            <pc:docMk/>
            <pc:sldMk cId="1638641616" sldId="262"/>
            <ac:spMk id="2" creationId="{7D9BFD8B-B981-E271-8ECF-23534922BD47}"/>
          </ac:spMkLst>
        </pc:spChg>
        <pc:picChg chg="add mod">
          <ac:chgData name="2024_AI 嘉藤 潤" userId="S::c241006@ivy.ac.jp::f1e01ae7-0979-493a-b46c-88701c7d015a" providerId="AD" clId="Web-{09233FB4-1247-F2CE-2DDD-F6FFC139ECB7}" dt="2026-03-09T06:28:25.323" v="5" actId="1076"/>
          <ac:picMkLst>
            <pc:docMk/>
            <pc:sldMk cId="1638641616" sldId="262"/>
            <ac:picMk id="3" creationId="{604FC566-8B67-3DC7-7235-6E49B67DA768}"/>
          </ac:picMkLst>
        </pc:picChg>
      </pc:sldChg>
      <pc:sldChg chg="modSp">
        <pc:chgData name="2024_AI 嘉藤 潤" userId="S::c241006@ivy.ac.jp::f1e01ae7-0979-493a-b46c-88701c7d015a" providerId="AD" clId="Web-{09233FB4-1247-F2CE-2DDD-F6FFC139ECB7}" dt="2026-03-09T06:29:07.308" v="10" actId="20577"/>
        <pc:sldMkLst>
          <pc:docMk/>
          <pc:sldMk cId="3084172418" sldId="264"/>
        </pc:sldMkLst>
        <pc:spChg chg="mod">
          <ac:chgData name="2024_AI 嘉藤 潤" userId="S::c241006@ivy.ac.jp::f1e01ae7-0979-493a-b46c-88701c7d015a" providerId="AD" clId="Web-{09233FB4-1247-F2CE-2DDD-F6FFC139ECB7}" dt="2026-03-09T06:29:07.308" v="10" actId="20577"/>
          <ac:spMkLst>
            <pc:docMk/>
            <pc:sldMk cId="3084172418" sldId="264"/>
            <ac:spMk id="2" creationId="{801E79DC-4C27-7B56-46A0-59FB5D6F6184}"/>
          </ac:spMkLst>
        </pc:spChg>
      </pc:sldChg>
      <pc:sldChg chg="modSp">
        <pc:chgData name="2024_AI 嘉藤 潤" userId="S::c241006@ivy.ac.jp::f1e01ae7-0979-493a-b46c-88701c7d015a" providerId="AD" clId="Web-{09233FB4-1247-F2CE-2DDD-F6FFC139ECB7}" dt="2026-03-09T06:29:03.137" v="8" actId="20577"/>
        <pc:sldMkLst>
          <pc:docMk/>
          <pc:sldMk cId="955891175" sldId="265"/>
        </pc:sldMkLst>
        <pc:spChg chg="mod">
          <ac:chgData name="2024_AI 嘉藤 潤" userId="S::c241006@ivy.ac.jp::f1e01ae7-0979-493a-b46c-88701c7d015a" providerId="AD" clId="Web-{09233FB4-1247-F2CE-2DDD-F6FFC139ECB7}" dt="2026-03-09T06:29:03.137" v="8" actId="20577"/>
          <ac:spMkLst>
            <pc:docMk/>
            <pc:sldMk cId="955891175" sldId="265"/>
            <ac:spMk id="2" creationId="{F6DC11C9-C090-7CBD-84FA-67AF671C0524}"/>
          </ac:spMkLst>
        </pc:spChg>
      </pc:sldChg>
    </pc:docChg>
  </pc:docChgLst>
  <pc:docChgLst>
    <pc:chgData name="2024_AI 嘉藤 潤" userId="f1e01ae7-0979-493a-b46c-88701c7d015a" providerId="ADAL" clId="{2A0F1A1C-9461-4309-8A5E-26EE164ABC84}"/>
    <pc:docChg chg="undo custSel delSld modSld sldOrd">
      <pc:chgData name="2024_AI 嘉藤 潤" userId="f1e01ae7-0979-493a-b46c-88701c7d015a" providerId="ADAL" clId="{2A0F1A1C-9461-4309-8A5E-26EE164ABC84}" dt="2026-03-09T06:26:02.224" v="3810" actId="20577"/>
      <pc:docMkLst>
        <pc:docMk/>
      </pc:docMkLst>
      <pc:sldChg chg="modSp">
        <pc:chgData name="2024_AI 嘉藤 潤" userId="f1e01ae7-0979-493a-b46c-88701c7d015a" providerId="ADAL" clId="{2A0F1A1C-9461-4309-8A5E-26EE164ABC84}" dt="2026-03-09T05:06:00.579" v="3519" actId="20577"/>
        <pc:sldMkLst>
          <pc:docMk/>
          <pc:sldMk cId="3824123131" sldId="257"/>
        </pc:sldMkLst>
        <pc:spChg chg="mod">
          <ac:chgData name="2024_AI 嘉藤 潤" userId="f1e01ae7-0979-493a-b46c-88701c7d015a" providerId="ADAL" clId="{2A0F1A1C-9461-4309-8A5E-26EE164ABC84}" dt="2026-03-09T05:06:00.579" v="3519" actId="20577"/>
          <ac:spMkLst>
            <pc:docMk/>
            <pc:sldMk cId="3824123131" sldId="257"/>
            <ac:spMk id="3" creationId="{261F4B80-E782-E018-E43F-61114A8B2482}"/>
          </ac:spMkLst>
        </pc:spChg>
      </pc:sldChg>
      <pc:sldChg chg="modSp">
        <pc:chgData name="2024_AI 嘉藤 潤" userId="f1e01ae7-0979-493a-b46c-88701c7d015a" providerId="ADAL" clId="{2A0F1A1C-9461-4309-8A5E-26EE164ABC84}" dt="2026-03-09T04:46:20.965" v="736" actId="1076"/>
        <pc:sldMkLst>
          <pc:docMk/>
          <pc:sldMk cId="3361463322" sldId="259"/>
        </pc:sldMkLst>
        <pc:spChg chg="mod">
          <ac:chgData name="2024_AI 嘉藤 潤" userId="f1e01ae7-0979-493a-b46c-88701c7d015a" providerId="ADAL" clId="{2A0F1A1C-9461-4309-8A5E-26EE164ABC84}" dt="2026-03-09T04:46:20.965" v="736" actId="1076"/>
          <ac:spMkLst>
            <pc:docMk/>
            <pc:sldMk cId="3361463322" sldId="259"/>
            <ac:spMk id="9" creationId="{DAB2CF28-AD7D-8FD3-2E84-90DA986FC5D0}"/>
          </ac:spMkLst>
        </pc:spChg>
      </pc:sldChg>
      <pc:sldChg chg="modSp">
        <pc:chgData name="2024_AI 嘉藤 潤" userId="f1e01ae7-0979-493a-b46c-88701c7d015a" providerId="ADAL" clId="{2A0F1A1C-9461-4309-8A5E-26EE164ABC84}" dt="2026-03-09T06:25:04.948" v="3805" actId="20577"/>
        <pc:sldMkLst>
          <pc:docMk/>
          <pc:sldMk cId="1879445555" sldId="260"/>
        </pc:sldMkLst>
        <pc:spChg chg="mod">
          <ac:chgData name="2024_AI 嘉藤 潤" userId="f1e01ae7-0979-493a-b46c-88701c7d015a" providerId="ADAL" clId="{2A0F1A1C-9461-4309-8A5E-26EE164ABC84}" dt="2026-03-09T06:25:04.948" v="3805" actId="20577"/>
          <ac:spMkLst>
            <pc:docMk/>
            <pc:sldMk cId="1879445555" sldId="260"/>
            <ac:spMk id="3" creationId="{42D59A73-2AEF-96A1-79D5-D07DDBA3EB9B}"/>
          </ac:spMkLst>
        </pc:spChg>
      </pc:sldChg>
      <pc:sldChg chg="modSp ord modNotesTx">
        <pc:chgData name="2024_AI 嘉藤 潤" userId="f1e01ae7-0979-493a-b46c-88701c7d015a" providerId="ADAL" clId="{2A0F1A1C-9461-4309-8A5E-26EE164ABC84}" dt="2026-03-09T06:26:02.224" v="3810" actId="20577"/>
        <pc:sldMkLst>
          <pc:docMk/>
          <pc:sldMk cId="2600626263" sldId="261"/>
        </pc:sldMkLst>
        <pc:spChg chg="mod">
          <ac:chgData name="2024_AI 嘉藤 潤" userId="f1e01ae7-0979-493a-b46c-88701c7d015a" providerId="ADAL" clId="{2A0F1A1C-9461-4309-8A5E-26EE164ABC84}" dt="2026-03-09T06:26:02.224" v="3810" actId="20577"/>
          <ac:spMkLst>
            <pc:docMk/>
            <pc:sldMk cId="2600626263" sldId="261"/>
            <ac:spMk id="2" creationId="{27AAAC63-517D-8161-0B09-486A48E56D51}"/>
          </ac:spMkLst>
        </pc:spChg>
      </pc:sldChg>
      <pc:sldChg chg="modSp modNotesTx">
        <pc:chgData name="2024_AI 嘉藤 潤" userId="f1e01ae7-0979-493a-b46c-88701c7d015a" providerId="ADAL" clId="{2A0F1A1C-9461-4309-8A5E-26EE164ABC84}" dt="2026-03-09T04:39:19.453" v="332" actId="20577"/>
        <pc:sldMkLst>
          <pc:docMk/>
          <pc:sldMk cId="1638641616" sldId="262"/>
        </pc:sldMkLst>
        <pc:spChg chg="mod">
          <ac:chgData name="2024_AI 嘉藤 潤" userId="f1e01ae7-0979-493a-b46c-88701c7d015a" providerId="ADAL" clId="{2A0F1A1C-9461-4309-8A5E-26EE164ABC84}" dt="2026-03-09T04:39:19.453" v="332" actId="20577"/>
          <ac:spMkLst>
            <pc:docMk/>
            <pc:sldMk cId="1638641616" sldId="262"/>
            <ac:spMk id="2" creationId="{7D9BFD8B-B981-E271-8ECF-23534922BD47}"/>
          </ac:spMkLst>
        </pc:spChg>
      </pc:sldChg>
      <pc:sldChg chg="modSp modNotesTx">
        <pc:chgData name="2024_AI 嘉藤 潤" userId="f1e01ae7-0979-493a-b46c-88701c7d015a" providerId="ADAL" clId="{2A0F1A1C-9461-4309-8A5E-26EE164ABC84}" dt="2026-03-09T06:23:34.512" v="3755" actId="20577"/>
        <pc:sldMkLst>
          <pc:docMk/>
          <pc:sldMk cId="3454714156" sldId="263"/>
        </pc:sldMkLst>
        <pc:spChg chg="mod">
          <ac:chgData name="2024_AI 嘉藤 潤" userId="f1e01ae7-0979-493a-b46c-88701c7d015a" providerId="ADAL" clId="{2A0F1A1C-9461-4309-8A5E-26EE164ABC84}" dt="2026-03-09T06:23:26.518" v="3722" actId="20577"/>
          <ac:spMkLst>
            <pc:docMk/>
            <pc:sldMk cId="3454714156" sldId="263"/>
            <ac:spMk id="2" creationId="{3D5B12A5-C665-7681-B20F-07DAC30D587A}"/>
          </ac:spMkLst>
        </pc:spChg>
        <pc:spChg chg="mod">
          <ac:chgData name="2024_AI 嘉藤 潤" userId="f1e01ae7-0979-493a-b46c-88701c7d015a" providerId="ADAL" clId="{2A0F1A1C-9461-4309-8A5E-26EE164ABC84}" dt="2026-03-09T06:23:34.512" v="3755" actId="20577"/>
          <ac:spMkLst>
            <pc:docMk/>
            <pc:sldMk cId="3454714156" sldId="263"/>
            <ac:spMk id="4" creationId="{4946ADA9-1374-A7E0-F9B1-54A7BD1D233D}"/>
          </ac:spMkLst>
        </pc:spChg>
      </pc:sldChg>
      <pc:sldChg chg="modSp modAnim">
        <pc:chgData name="2024_AI 嘉藤 潤" userId="f1e01ae7-0979-493a-b46c-88701c7d015a" providerId="ADAL" clId="{2A0F1A1C-9461-4309-8A5E-26EE164ABC84}" dt="2026-03-09T04:45:24.440" v="734" actId="1076"/>
        <pc:sldMkLst>
          <pc:docMk/>
          <pc:sldMk cId="3084172418" sldId="264"/>
        </pc:sldMkLst>
        <pc:spChg chg="mod">
          <ac:chgData name="2024_AI 嘉藤 潤" userId="f1e01ae7-0979-493a-b46c-88701c7d015a" providerId="ADAL" clId="{2A0F1A1C-9461-4309-8A5E-26EE164ABC84}" dt="2026-03-09T04:45:24.440" v="734" actId="1076"/>
          <ac:spMkLst>
            <pc:docMk/>
            <pc:sldMk cId="3084172418" sldId="264"/>
            <ac:spMk id="3" creationId="{3C3BC213-0E33-2714-645F-6EC23019961E}"/>
          </ac:spMkLst>
        </pc:spChg>
      </pc:sldChg>
      <pc:sldChg chg="modNotesTx">
        <pc:chgData name="2024_AI 嘉藤 潤" userId="f1e01ae7-0979-493a-b46c-88701c7d015a" providerId="ADAL" clId="{2A0F1A1C-9461-4309-8A5E-26EE164ABC84}" dt="2026-03-09T05:24:55.183" v="3700" actId="20577"/>
        <pc:sldMkLst>
          <pc:docMk/>
          <pc:sldMk cId="955891175" sldId="265"/>
        </pc:sldMkLst>
      </pc:sldChg>
      <pc:sldChg chg="modAnim">
        <pc:chgData name="2024_AI 嘉藤 潤" userId="f1e01ae7-0979-493a-b46c-88701c7d015a" providerId="ADAL" clId="{2A0F1A1C-9461-4309-8A5E-26EE164ABC84}" dt="2026-03-09T04:44:29.008" v="656"/>
        <pc:sldMkLst>
          <pc:docMk/>
          <pc:sldMk cId="3050823287" sldId="266"/>
        </pc:sldMkLst>
      </pc:sldChg>
      <pc:sldChg chg="del">
        <pc:chgData name="2024_AI 嘉藤 潤" userId="f1e01ae7-0979-493a-b46c-88701c7d015a" providerId="ADAL" clId="{2A0F1A1C-9461-4309-8A5E-26EE164ABC84}" dt="2026-03-09T05:09:42.440" v="3520" actId="2696"/>
        <pc:sldMkLst>
          <pc:docMk/>
          <pc:sldMk cId="1795252419" sldId="267"/>
        </pc:sldMkLst>
      </pc:sldChg>
    </pc:docChg>
  </pc:docChgLst>
  <pc:docChgLst>
    <pc:chgData name="2024_AI 渡邊 佑真" userId="S::c241048@ivy.ac.jp::3a50f35f-6d80-4423-8e66-0f01a9104cea" providerId="AD" clId="Web-{C1BE618C-E4A5-663E-DC52-EA725A7AC204}"/>
    <pc:docChg chg="modSld">
      <pc:chgData name="2024_AI 渡邊 佑真" userId="S::c241048@ivy.ac.jp::3a50f35f-6d80-4423-8e66-0f01a9104cea" providerId="AD" clId="Web-{C1BE618C-E4A5-663E-DC52-EA725A7AC204}" dt="2026-03-10T01:06:05.252" v="19" actId="20577"/>
      <pc:docMkLst>
        <pc:docMk/>
      </pc:docMkLst>
      <pc:sldChg chg="modSp">
        <pc:chgData name="2024_AI 渡邊 佑真" userId="S::c241048@ivy.ac.jp::3a50f35f-6d80-4423-8e66-0f01a9104cea" providerId="AD" clId="Web-{C1BE618C-E4A5-663E-DC52-EA725A7AC204}" dt="2026-03-10T01:01:58.528" v="9" actId="20577"/>
        <pc:sldMkLst>
          <pc:docMk/>
          <pc:sldMk cId="2600626263" sldId="261"/>
        </pc:sldMkLst>
        <pc:spChg chg="mod">
          <ac:chgData name="2024_AI 渡邊 佑真" userId="S::c241048@ivy.ac.jp::3a50f35f-6d80-4423-8e66-0f01a9104cea" providerId="AD" clId="Web-{C1BE618C-E4A5-663E-DC52-EA725A7AC204}" dt="2026-03-10T01:01:58.528" v="9" actId="20577"/>
          <ac:spMkLst>
            <pc:docMk/>
            <pc:sldMk cId="2600626263" sldId="261"/>
            <ac:spMk id="4" creationId="{4DCC1966-F294-2182-4623-C9D63210357A}"/>
          </ac:spMkLst>
        </pc:spChg>
      </pc:sldChg>
      <pc:sldChg chg="modSp">
        <pc:chgData name="2024_AI 渡邊 佑真" userId="S::c241048@ivy.ac.jp::3a50f35f-6d80-4423-8e66-0f01a9104cea" providerId="AD" clId="Web-{C1BE618C-E4A5-663E-DC52-EA725A7AC204}" dt="2026-03-10T01:06:05.252" v="19" actId="20577"/>
        <pc:sldMkLst>
          <pc:docMk/>
          <pc:sldMk cId="3454714156" sldId="263"/>
        </pc:sldMkLst>
        <pc:spChg chg="mod">
          <ac:chgData name="2024_AI 渡邊 佑真" userId="S::c241048@ivy.ac.jp::3a50f35f-6d80-4423-8e66-0f01a9104cea" providerId="AD" clId="Web-{C1BE618C-E4A5-663E-DC52-EA725A7AC204}" dt="2026-03-10T01:06:05.252" v="19" actId="20577"/>
          <ac:spMkLst>
            <pc:docMk/>
            <pc:sldMk cId="3454714156" sldId="263"/>
            <ac:spMk id="4" creationId="{4946ADA9-1374-A7E0-F9B1-54A7BD1D233D}"/>
          </ac:spMkLst>
        </pc:spChg>
      </pc:sldChg>
    </pc:docChg>
  </pc:docChgLst>
  <pc:docChgLst>
    <pc:chgData name="2024_AI 村上 将太" userId="d159fd35-61d0-4e5b-83dd-f9b4c14aad2c" providerId="ADAL" clId="{5EF05D23-9487-4FCE-B9E6-72493E0D9AAD}"/>
    <pc:docChg chg="modSld sldOrd">
      <pc:chgData name="2024_AI 村上 将太" userId="d159fd35-61d0-4e5b-83dd-f9b4c14aad2c" providerId="ADAL" clId="{5EF05D23-9487-4FCE-B9E6-72493E0D9AAD}" dt="2026-03-10T01:10:43.249" v="549" actId="20577"/>
      <pc:docMkLst>
        <pc:docMk/>
      </pc:docMkLst>
      <pc:sldChg chg="ord">
        <pc:chgData name="2024_AI 村上 将太" userId="d159fd35-61d0-4e5b-83dd-f9b4c14aad2c" providerId="ADAL" clId="{5EF05D23-9487-4FCE-B9E6-72493E0D9AAD}" dt="2026-03-09T04:39:25.799" v="1"/>
        <pc:sldMkLst>
          <pc:docMk/>
          <pc:sldMk cId="2600626263" sldId="261"/>
        </pc:sldMkLst>
      </pc:sldChg>
      <pc:sldChg chg="modSp modNotesTx">
        <pc:chgData name="2024_AI 村上 将太" userId="d159fd35-61d0-4e5b-83dd-f9b4c14aad2c" providerId="ADAL" clId="{5EF05D23-9487-4FCE-B9E6-72493E0D9AAD}" dt="2026-03-10T01:10:43.249" v="549" actId="20577"/>
        <pc:sldMkLst>
          <pc:docMk/>
          <pc:sldMk cId="3454714156" sldId="263"/>
        </pc:sldMkLst>
        <pc:spChg chg="mod">
          <ac:chgData name="2024_AI 村上 将太" userId="d159fd35-61d0-4e5b-83dd-f9b4c14aad2c" providerId="ADAL" clId="{5EF05D23-9487-4FCE-B9E6-72493E0D9AAD}" dt="2026-03-09T06:45:55.126" v="428" actId="1076"/>
          <ac:spMkLst>
            <pc:docMk/>
            <pc:sldMk cId="3454714156" sldId="263"/>
            <ac:spMk id="2" creationId="{3D5B12A5-C665-7681-B20F-07DAC30D587A}"/>
          </ac:spMkLst>
        </pc:spChg>
        <pc:spChg chg="mod">
          <ac:chgData name="2024_AI 村上 将太" userId="d159fd35-61d0-4e5b-83dd-f9b4c14aad2c" providerId="ADAL" clId="{5EF05D23-9487-4FCE-B9E6-72493E0D9AAD}" dt="2026-03-09T06:45:44.897" v="427" actId="1076"/>
          <ac:spMkLst>
            <pc:docMk/>
            <pc:sldMk cId="3454714156" sldId="263"/>
            <ac:spMk id="3" creationId="{55AFCA90-5B6A-CF6E-EB7C-3CD6D07FF752}"/>
          </ac:spMkLst>
        </pc:spChg>
        <pc:spChg chg="mod">
          <ac:chgData name="2024_AI 村上 将太" userId="d159fd35-61d0-4e5b-83dd-f9b4c14aad2c" providerId="ADAL" clId="{5EF05D23-9487-4FCE-B9E6-72493E0D9AAD}" dt="2026-03-09T06:46:44.606" v="457" actId="20577"/>
          <ac:spMkLst>
            <pc:docMk/>
            <pc:sldMk cId="3454714156" sldId="263"/>
            <ac:spMk id="4" creationId="{4946ADA9-1374-A7E0-F9B1-54A7BD1D233D}"/>
          </ac:spMkLst>
        </pc:spChg>
      </pc:sldChg>
    </pc:docChg>
  </pc:docChgLst>
  <pc:docChgLst>
    <pc:chgData name="2024_AI 渡邊 佑真" userId="S::c241048@ivy.ac.jp::3a50f35f-6d80-4423-8e66-0f01a9104cea" providerId="AD" clId="Web-{660C848B-AE17-CCA2-4EFF-5CF5058506B1}"/>
    <pc:docChg chg="mod">
      <pc:chgData name="2024_AI 渡邊 佑真" userId="S::c241048@ivy.ac.jp::3a50f35f-6d80-4423-8e66-0f01a9104cea" providerId="AD" clId="Web-{660C848B-AE17-CCA2-4EFF-5CF5058506B1}" dt="2026-03-09T03:30:36.282" v="0"/>
      <pc:docMkLst>
        <pc:docMk/>
      </pc:docMkLst>
    </pc:docChg>
  </pc:docChgLst>
  <pc:docChgLst>
    <pc:chgData name="2024_AI 東島 陽向" userId="S::c241038@ivy.ac.jp::59f660fd-db52-4017-bae7-78a6fbf7a034" providerId="AD" clId="Web-{F91C94C7-389B-6A20-A0C4-FEEEF3B8D859}"/>
    <pc:docChg chg="addSld modSld">
      <pc:chgData name="2024_AI 東島 陽向" userId="S::c241038@ivy.ac.jp::59f660fd-db52-4017-bae7-78a6fbf7a034" providerId="AD" clId="Web-{F91C94C7-389B-6A20-A0C4-FEEEF3B8D859}" dt="2026-03-09T04:35:39.051" v="7"/>
      <pc:docMkLst>
        <pc:docMk/>
      </pc:docMkLst>
      <pc:sldChg chg="modSp">
        <pc:chgData name="2024_AI 東島 陽向" userId="S::c241038@ivy.ac.jp::59f660fd-db52-4017-bae7-78a6fbf7a034" providerId="AD" clId="Web-{F91C94C7-389B-6A20-A0C4-FEEEF3B8D859}" dt="2026-03-09T03:53:34.054" v="2" actId="14100"/>
        <pc:sldMkLst>
          <pc:docMk/>
          <pc:sldMk cId="2277379949" sldId="256"/>
        </pc:sldMkLst>
        <pc:spChg chg="mod">
          <ac:chgData name="2024_AI 東島 陽向" userId="S::c241038@ivy.ac.jp::59f660fd-db52-4017-bae7-78a6fbf7a034" providerId="AD" clId="Web-{F91C94C7-389B-6A20-A0C4-FEEEF3B8D859}" dt="2026-03-09T03:53:34.054" v="2" actId="14100"/>
          <ac:spMkLst>
            <pc:docMk/>
            <pc:sldMk cId="2277379949" sldId="256"/>
            <ac:spMk id="5" creationId="{55038B0D-D25E-409E-9BA3-A5943990B980}"/>
          </ac:spMkLst>
        </pc:spChg>
      </pc:sldChg>
      <pc:sldChg chg="modSp new">
        <pc:chgData name="2024_AI 東島 陽向" userId="S::c241038@ivy.ac.jp::59f660fd-db52-4017-bae7-78a6fbf7a034" providerId="AD" clId="Web-{F91C94C7-389B-6A20-A0C4-FEEEF3B8D859}" dt="2026-03-09T04:03:07.055" v="6" actId="20577"/>
        <pc:sldMkLst>
          <pc:docMk/>
          <pc:sldMk cId="1236501326" sldId="267"/>
        </pc:sldMkLst>
        <pc:spChg chg="mod">
          <ac:chgData name="2024_AI 東島 陽向" userId="S::c241038@ivy.ac.jp::59f660fd-db52-4017-bae7-78a6fbf7a034" providerId="AD" clId="Web-{F91C94C7-389B-6A20-A0C4-FEEEF3B8D859}" dt="2026-03-09T04:03:07.055" v="6" actId="20577"/>
          <ac:spMkLst>
            <pc:docMk/>
            <pc:sldMk cId="1236501326" sldId="267"/>
            <ac:spMk id="2" creationId="{C23E4674-A36F-DBC8-77C2-3A02D7AAB1B2}"/>
          </ac:spMkLst>
        </pc:spChg>
      </pc:sldChg>
      <pc:sldChg chg="new">
        <pc:chgData name="2024_AI 東島 陽向" userId="S::c241038@ivy.ac.jp::59f660fd-db52-4017-bae7-78a6fbf7a034" providerId="AD" clId="Web-{F91C94C7-389B-6A20-A0C4-FEEEF3B8D859}" dt="2026-03-09T04:35:39.051" v="7"/>
        <pc:sldMkLst>
          <pc:docMk/>
          <pc:sldMk cId="1795252419" sldId="267"/>
        </pc:sldMkLst>
      </pc:sldChg>
    </pc:docChg>
  </pc:docChgLst>
  <pc:docChgLst>
    <pc:chgData name="2024_AI 嘉藤 潤" userId="S::c241006@ivy.ac.jp::f1e01ae7-0979-493a-b46c-88701c7d015a" providerId="AD" clId="Web-{5B0166EF-17C1-B2A5-3109-A6651F32FD41}"/>
    <pc:docChg chg="modSld">
      <pc:chgData name="2024_AI 嘉藤 潤" userId="S::c241006@ivy.ac.jp::f1e01ae7-0979-493a-b46c-88701c7d015a" providerId="AD" clId="Web-{5B0166EF-17C1-B2A5-3109-A6651F32FD41}" dt="2026-03-09T04:06:58.362" v="19" actId="14100"/>
      <pc:docMkLst>
        <pc:docMk/>
      </pc:docMkLst>
      <pc:sldChg chg="modSp">
        <pc:chgData name="2024_AI 嘉藤 潤" userId="S::c241006@ivy.ac.jp::f1e01ae7-0979-493a-b46c-88701c7d015a" providerId="AD" clId="Web-{5B0166EF-17C1-B2A5-3109-A6651F32FD41}" dt="2026-03-09T04:06:58.362" v="19" actId="14100"/>
        <pc:sldMkLst>
          <pc:docMk/>
          <pc:sldMk cId="955891175" sldId="265"/>
        </pc:sldMkLst>
        <pc:spChg chg="mod">
          <ac:chgData name="2024_AI 嘉藤 潤" userId="S::c241006@ivy.ac.jp::f1e01ae7-0979-493a-b46c-88701c7d015a" providerId="AD" clId="Web-{5B0166EF-17C1-B2A5-3109-A6651F32FD41}" dt="2026-03-09T03:59:06.151" v="6" actId="20577"/>
          <ac:spMkLst>
            <pc:docMk/>
            <pc:sldMk cId="955891175" sldId="265"/>
            <ac:spMk id="2" creationId="{F6DC11C9-C090-7CBD-84FA-67AF671C0524}"/>
          </ac:spMkLst>
        </pc:spChg>
        <pc:spChg chg="mod">
          <ac:chgData name="2024_AI 嘉藤 潤" userId="S::c241006@ivy.ac.jp::f1e01ae7-0979-493a-b46c-88701c7d015a" providerId="AD" clId="Web-{5B0166EF-17C1-B2A5-3109-A6651F32FD41}" dt="2026-03-09T04:06:58.362" v="19" actId="14100"/>
          <ac:spMkLst>
            <pc:docMk/>
            <pc:sldMk cId="955891175" sldId="265"/>
            <ac:spMk id="5" creationId="{BF84695E-3092-B1F3-B8A6-1CE518FF3E12}"/>
          </ac:spMkLst>
        </pc:spChg>
      </pc:sldChg>
    </pc:docChg>
  </pc:docChgLst>
  <pc:docChgLst>
    <pc:chgData name="2024_AI 渡邊 佑真" userId="S::c241048@ivy.ac.jp::3a50f35f-6d80-4423-8e66-0f01a9104cea" providerId="AD" clId="Web-{0A6E568F-0EFA-AAD5-6BFE-B718686AACA2}"/>
    <pc:docChg chg="modSld">
      <pc:chgData name="2024_AI 渡邊 佑真" userId="S::c241048@ivy.ac.jp::3a50f35f-6d80-4423-8e66-0f01a9104cea" providerId="AD" clId="Web-{0A6E568F-0EFA-AAD5-6BFE-B718686AACA2}" dt="2026-03-09T06:39:51.716" v="0" actId="20577"/>
      <pc:docMkLst>
        <pc:docMk/>
      </pc:docMkLst>
      <pc:sldChg chg="modSp">
        <pc:chgData name="2024_AI 渡邊 佑真" userId="S::c241048@ivy.ac.jp::3a50f35f-6d80-4423-8e66-0f01a9104cea" providerId="AD" clId="Web-{0A6E568F-0EFA-AAD5-6BFE-B718686AACA2}" dt="2026-03-09T06:39:51.716" v="0" actId="20577"/>
        <pc:sldMkLst>
          <pc:docMk/>
          <pc:sldMk cId="955891175" sldId="265"/>
        </pc:sldMkLst>
        <pc:spChg chg="mod">
          <ac:chgData name="2024_AI 渡邊 佑真" userId="S::c241048@ivy.ac.jp::3a50f35f-6d80-4423-8e66-0f01a9104cea" providerId="AD" clId="Web-{0A6E568F-0EFA-AAD5-6BFE-B718686AACA2}" dt="2026-03-09T06:39:51.716" v="0" actId="20577"/>
          <ac:spMkLst>
            <pc:docMk/>
            <pc:sldMk cId="955891175" sldId="265"/>
            <ac:spMk id="5" creationId="{BF84695E-3092-B1F3-B8A6-1CE518FF3E12}"/>
          </ac:spMkLst>
        </pc:spChg>
      </pc:sldChg>
    </pc:docChg>
  </pc:docChgLst>
  <pc:docChgLst>
    <pc:chgData name="2024_AI 渡邊 佑真" userId="3a50f35f-6d80-4423-8e66-0f01a9104cea" providerId="ADAL" clId="{B3121DD1-CB8F-4546-9F96-269388307C5F}"/>
    <pc:docChg chg="undo custSel addSld delSld modSld sldOrd">
      <pc:chgData name="2024_AI 渡邊 佑真" userId="3a50f35f-6d80-4423-8e66-0f01a9104cea" providerId="ADAL" clId="{B3121DD1-CB8F-4546-9F96-269388307C5F}" dt="2026-03-09T06:39:22.875" v="3066" actId="20577"/>
      <pc:docMkLst>
        <pc:docMk/>
      </pc:docMkLst>
      <pc:sldChg chg="modSp">
        <pc:chgData name="2024_AI 渡邊 佑真" userId="3a50f35f-6d80-4423-8e66-0f01a9104cea" providerId="ADAL" clId="{B3121DD1-CB8F-4546-9F96-269388307C5F}" dt="2026-03-09T04:07:48.779" v="1326" actId="1076"/>
        <pc:sldMkLst>
          <pc:docMk/>
          <pc:sldMk cId="2277379949" sldId="256"/>
        </pc:sldMkLst>
        <pc:spChg chg="mod">
          <ac:chgData name="2024_AI 渡邊 佑真" userId="3a50f35f-6d80-4423-8e66-0f01a9104cea" providerId="ADAL" clId="{B3121DD1-CB8F-4546-9F96-269388307C5F}" dt="2026-03-09T04:07:48.779" v="1326" actId="1076"/>
          <ac:spMkLst>
            <pc:docMk/>
            <pc:sldMk cId="2277379949" sldId="256"/>
            <ac:spMk id="4" creationId="{93B5D2FF-D4BC-468A-88D4-4087ED459E7D}"/>
          </ac:spMkLst>
        </pc:spChg>
        <pc:spChg chg="mod">
          <ac:chgData name="2024_AI 渡邊 佑真" userId="3a50f35f-6d80-4423-8e66-0f01a9104cea" providerId="ADAL" clId="{B3121DD1-CB8F-4546-9F96-269388307C5F}" dt="2026-03-09T04:01:01.042" v="1224" actId="1076"/>
          <ac:spMkLst>
            <pc:docMk/>
            <pc:sldMk cId="2277379949" sldId="256"/>
            <ac:spMk id="5" creationId="{55038B0D-D25E-409E-9BA3-A5943990B980}"/>
          </ac:spMkLst>
        </pc:spChg>
      </pc:sldChg>
      <pc:sldChg chg="modSp">
        <pc:chgData name="2024_AI 渡邊 佑真" userId="3a50f35f-6d80-4423-8e66-0f01a9104cea" providerId="ADAL" clId="{B3121DD1-CB8F-4546-9F96-269388307C5F}" dt="2026-03-09T04:50:22.232" v="1871"/>
        <pc:sldMkLst>
          <pc:docMk/>
          <pc:sldMk cId="3824123131" sldId="257"/>
        </pc:sldMkLst>
        <pc:spChg chg="mod">
          <ac:chgData name="2024_AI 渡邊 佑真" userId="3a50f35f-6d80-4423-8e66-0f01a9104cea" providerId="ADAL" clId="{B3121DD1-CB8F-4546-9F96-269388307C5F}" dt="2026-03-09T04:09:37.263" v="1347" actId="1076"/>
          <ac:spMkLst>
            <pc:docMk/>
            <pc:sldMk cId="3824123131" sldId="257"/>
            <ac:spMk id="2" creationId="{570991E4-00C3-B735-88A4-ADFF6DE8687F}"/>
          </ac:spMkLst>
        </pc:spChg>
        <pc:spChg chg="mod">
          <ac:chgData name="2024_AI 渡邊 佑真" userId="3a50f35f-6d80-4423-8e66-0f01a9104cea" providerId="ADAL" clId="{B3121DD1-CB8F-4546-9F96-269388307C5F}" dt="2026-03-09T04:50:22.232" v="1871"/>
          <ac:spMkLst>
            <pc:docMk/>
            <pc:sldMk cId="3824123131" sldId="257"/>
            <ac:spMk id="3" creationId="{261F4B80-E782-E018-E43F-61114A8B2482}"/>
          </ac:spMkLst>
        </pc:spChg>
      </pc:sldChg>
      <pc:sldChg chg="addSp delSp modSp ord delAnim modAnim modNotesTx">
        <pc:chgData name="2024_AI 渡邊 佑真" userId="3a50f35f-6d80-4423-8e66-0f01a9104cea" providerId="ADAL" clId="{B3121DD1-CB8F-4546-9F96-269388307C5F}" dt="2026-03-09T04:54:10.544" v="1990" actId="20577"/>
        <pc:sldMkLst>
          <pc:docMk/>
          <pc:sldMk cId="1020421839" sldId="258"/>
        </pc:sldMkLst>
        <pc:spChg chg="mod">
          <ac:chgData name="2024_AI 渡邊 佑真" userId="3a50f35f-6d80-4423-8e66-0f01a9104cea" providerId="ADAL" clId="{B3121DD1-CB8F-4546-9F96-269388307C5F}" dt="2026-03-09T04:51:24.050" v="1879" actId="20577"/>
          <ac:spMkLst>
            <pc:docMk/>
            <pc:sldMk cId="1020421839" sldId="258"/>
            <ac:spMk id="2" creationId="{B1B011E9-BDC0-8566-7096-33B488EA1C39}"/>
          </ac:spMkLst>
        </pc:spChg>
        <pc:spChg chg="del mod">
          <ac:chgData name="2024_AI 渡邊 佑真" userId="3a50f35f-6d80-4423-8e66-0f01a9104cea" providerId="ADAL" clId="{B3121DD1-CB8F-4546-9F96-269388307C5F}" dt="2026-03-09T04:21:53.428" v="1480"/>
          <ac:spMkLst>
            <pc:docMk/>
            <pc:sldMk cId="1020421839" sldId="258"/>
            <ac:spMk id="3" creationId="{D4925C63-1C21-4391-3B8F-05CE21A05739}"/>
          </ac:spMkLst>
        </pc:spChg>
        <pc:spChg chg="mod">
          <ac:chgData name="2024_AI 渡邊 佑真" userId="3a50f35f-6d80-4423-8e66-0f01a9104cea" providerId="ADAL" clId="{B3121DD1-CB8F-4546-9F96-269388307C5F}" dt="2026-03-09T04:53:43.033" v="1975" actId="20577"/>
          <ac:spMkLst>
            <pc:docMk/>
            <pc:sldMk cId="1020421839" sldId="258"/>
            <ac:spMk id="4" creationId="{C7B2345E-45D2-E509-A096-3B3A67AB6205}"/>
          </ac:spMkLst>
        </pc:spChg>
        <pc:picChg chg="add del mod">
          <ac:chgData name="2024_AI 渡邊 佑真" userId="3a50f35f-6d80-4423-8e66-0f01a9104cea" providerId="ADAL" clId="{B3121DD1-CB8F-4546-9F96-269388307C5F}" dt="2026-03-09T04:44:36.015" v="1716" actId="478"/>
          <ac:picMkLst>
            <pc:docMk/>
            <pc:sldMk cId="1020421839" sldId="258"/>
            <ac:picMk id="6" creationId="{EF8AC580-688C-4ED6-B9AE-3755FBFD7287}"/>
          </ac:picMkLst>
        </pc:picChg>
      </pc:sldChg>
      <pc:sldChg chg="addSp delSp modSp ord modNotesTx">
        <pc:chgData name="2024_AI 渡邊 佑真" userId="3a50f35f-6d80-4423-8e66-0f01a9104cea" providerId="ADAL" clId="{B3121DD1-CB8F-4546-9F96-269388307C5F}" dt="2026-03-09T05:17:39.776" v="2826" actId="255"/>
        <pc:sldMkLst>
          <pc:docMk/>
          <pc:sldMk cId="3361463322" sldId="259"/>
        </pc:sldMkLst>
        <pc:spChg chg="mod">
          <ac:chgData name="2024_AI 渡邊 佑真" userId="3a50f35f-6d80-4423-8e66-0f01a9104cea" providerId="ADAL" clId="{B3121DD1-CB8F-4546-9F96-269388307C5F}" dt="2026-03-09T04:55:05.437" v="2002" actId="20577"/>
          <ac:spMkLst>
            <pc:docMk/>
            <pc:sldMk cId="3361463322" sldId="259"/>
            <ac:spMk id="2" creationId="{8BB34427-A72E-7F5C-D4FF-F68FFB4CA97E}"/>
          </ac:spMkLst>
        </pc:spChg>
        <pc:spChg chg="add del mod">
          <ac:chgData name="2024_AI 渡邊 佑真" userId="3a50f35f-6d80-4423-8e66-0f01a9104cea" providerId="ADAL" clId="{B3121DD1-CB8F-4546-9F96-269388307C5F}" dt="2026-03-09T04:41:54.437" v="1684"/>
          <ac:spMkLst>
            <pc:docMk/>
            <pc:sldMk cId="3361463322" sldId="259"/>
            <ac:spMk id="3" creationId="{1C38EFA9-B58D-4943-B08A-EA1A3E4271DC}"/>
          </ac:spMkLst>
        </pc:spChg>
        <pc:spChg chg="mod">
          <ac:chgData name="2024_AI 渡邊 佑真" userId="3a50f35f-6d80-4423-8e66-0f01a9104cea" providerId="ADAL" clId="{B3121DD1-CB8F-4546-9F96-269388307C5F}" dt="2026-03-09T05:17:39.776" v="2826" actId="255"/>
          <ac:spMkLst>
            <pc:docMk/>
            <pc:sldMk cId="3361463322" sldId="259"/>
            <ac:spMk id="8" creationId="{38F08842-9DCC-4EAD-5C88-304C8E409CD8}"/>
          </ac:spMkLst>
        </pc:spChg>
        <pc:spChg chg="del mod">
          <ac:chgData name="2024_AI 渡邊 佑真" userId="3a50f35f-6d80-4423-8e66-0f01a9104cea" providerId="ADAL" clId="{B3121DD1-CB8F-4546-9F96-269388307C5F}" dt="2026-03-09T04:39:21.297" v="1636" actId="478"/>
          <ac:spMkLst>
            <pc:docMk/>
            <pc:sldMk cId="3361463322" sldId="259"/>
            <ac:spMk id="9" creationId="{DAB2CF28-AD7D-8FD3-2E84-90DA986FC5D0}"/>
          </ac:spMkLst>
        </pc:spChg>
        <pc:spChg chg="mod">
          <ac:chgData name="2024_AI 渡邊 佑真" userId="3a50f35f-6d80-4423-8e66-0f01a9104cea" providerId="ADAL" clId="{B3121DD1-CB8F-4546-9F96-269388307C5F}" dt="2026-03-09T05:17:31.854" v="2825" actId="255"/>
          <ac:spMkLst>
            <pc:docMk/>
            <pc:sldMk cId="3361463322" sldId="259"/>
            <ac:spMk id="10" creationId="{14ED0AA6-F58E-7664-6389-B5CABA4870D6}"/>
          </ac:spMkLst>
        </pc:spChg>
      </pc:sldChg>
      <pc:sldChg chg="modSp modNotesTx">
        <pc:chgData name="2024_AI 渡邊 佑真" userId="3a50f35f-6d80-4423-8e66-0f01a9104cea" providerId="ADAL" clId="{B3121DD1-CB8F-4546-9F96-269388307C5F}" dt="2026-03-09T04:47:44.178" v="1747" actId="20577"/>
        <pc:sldMkLst>
          <pc:docMk/>
          <pc:sldMk cId="1879445555" sldId="260"/>
        </pc:sldMkLst>
        <pc:spChg chg="mod">
          <ac:chgData name="2024_AI 渡邊 佑真" userId="3a50f35f-6d80-4423-8e66-0f01a9104cea" providerId="ADAL" clId="{B3121DD1-CB8F-4546-9F96-269388307C5F}" dt="2026-03-09T04:47:44.178" v="1747" actId="20577"/>
          <ac:spMkLst>
            <pc:docMk/>
            <pc:sldMk cId="1879445555" sldId="260"/>
            <ac:spMk id="2" creationId="{E91E8F9B-4FE9-76DC-F5A1-F13628BDCAB3}"/>
          </ac:spMkLst>
        </pc:spChg>
        <pc:spChg chg="mod">
          <ac:chgData name="2024_AI 渡邊 佑真" userId="3a50f35f-6d80-4423-8e66-0f01a9104cea" providerId="ADAL" clId="{B3121DD1-CB8F-4546-9F96-269388307C5F}" dt="2026-03-09T04:08:20.293" v="1333" actId="1076"/>
          <ac:spMkLst>
            <pc:docMk/>
            <pc:sldMk cId="1879445555" sldId="260"/>
            <ac:spMk id="3" creationId="{42D59A73-2AEF-96A1-79D5-D07DDBA3EB9B}"/>
          </ac:spMkLst>
        </pc:spChg>
      </pc:sldChg>
      <pc:sldChg chg="modSp">
        <pc:chgData name="2024_AI 渡邊 佑真" userId="3a50f35f-6d80-4423-8e66-0f01a9104cea" providerId="ADAL" clId="{B3121DD1-CB8F-4546-9F96-269388307C5F}" dt="2026-03-09T04:48:07.455" v="1758" actId="20577"/>
        <pc:sldMkLst>
          <pc:docMk/>
          <pc:sldMk cId="2600626263" sldId="261"/>
        </pc:sldMkLst>
        <pc:spChg chg="mod">
          <ac:chgData name="2024_AI 渡邊 佑真" userId="3a50f35f-6d80-4423-8e66-0f01a9104cea" providerId="ADAL" clId="{B3121DD1-CB8F-4546-9F96-269388307C5F}" dt="2026-03-09T04:48:07.455" v="1758" actId="20577"/>
          <ac:spMkLst>
            <pc:docMk/>
            <pc:sldMk cId="2600626263" sldId="261"/>
            <ac:spMk id="2" creationId="{27AAAC63-517D-8161-0B09-486A48E56D51}"/>
          </ac:spMkLst>
        </pc:spChg>
        <pc:spChg chg="mod">
          <ac:chgData name="2024_AI 渡邊 佑真" userId="3a50f35f-6d80-4423-8e66-0f01a9104cea" providerId="ADAL" clId="{B3121DD1-CB8F-4546-9F96-269388307C5F}" dt="2026-03-09T04:08:33.180" v="1335" actId="1076"/>
          <ac:spMkLst>
            <pc:docMk/>
            <pc:sldMk cId="2600626263" sldId="261"/>
            <ac:spMk id="3" creationId="{62BDD0D6-E1BF-690E-32B0-BB24DBEDAC24}"/>
          </ac:spMkLst>
        </pc:spChg>
        <pc:spChg chg="mod">
          <ac:chgData name="2024_AI 渡邊 佑真" userId="3a50f35f-6d80-4423-8e66-0f01a9104cea" providerId="ADAL" clId="{B3121DD1-CB8F-4546-9F96-269388307C5F}" dt="2026-03-09T04:04:20.433" v="1267" actId="403"/>
          <ac:spMkLst>
            <pc:docMk/>
            <pc:sldMk cId="2600626263" sldId="261"/>
            <ac:spMk id="4" creationId="{4DCC1966-F294-2182-4623-C9D63210357A}"/>
          </ac:spMkLst>
        </pc:spChg>
      </pc:sldChg>
      <pc:sldChg chg="modSp">
        <pc:chgData name="2024_AI 渡邊 佑真" userId="3a50f35f-6d80-4423-8e66-0f01a9104cea" providerId="ADAL" clId="{B3121DD1-CB8F-4546-9F96-269388307C5F}" dt="2026-03-09T04:47:57.743" v="1753" actId="403"/>
        <pc:sldMkLst>
          <pc:docMk/>
          <pc:sldMk cId="1638641616" sldId="262"/>
        </pc:sldMkLst>
        <pc:spChg chg="mod">
          <ac:chgData name="2024_AI 渡邊 佑真" userId="3a50f35f-6d80-4423-8e66-0f01a9104cea" providerId="ADAL" clId="{B3121DD1-CB8F-4546-9F96-269388307C5F}" dt="2026-03-09T04:47:57.743" v="1753" actId="403"/>
          <ac:spMkLst>
            <pc:docMk/>
            <pc:sldMk cId="1638641616" sldId="262"/>
            <ac:spMk id="2" creationId="{7D9BFD8B-B981-E271-8ECF-23534922BD47}"/>
          </ac:spMkLst>
        </pc:spChg>
      </pc:sldChg>
      <pc:sldChg chg="modSp">
        <pc:chgData name="2024_AI 渡邊 佑真" userId="3a50f35f-6d80-4423-8e66-0f01a9104cea" providerId="ADAL" clId="{B3121DD1-CB8F-4546-9F96-269388307C5F}" dt="2026-03-09T05:14:47.405" v="2814" actId="1076"/>
        <pc:sldMkLst>
          <pc:docMk/>
          <pc:sldMk cId="3454714156" sldId="263"/>
        </pc:sldMkLst>
        <pc:spChg chg="mod">
          <ac:chgData name="2024_AI 渡邊 佑真" userId="3a50f35f-6d80-4423-8e66-0f01a9104cea" providerId="ADAL" clId="{B3121DD1-CB8F-4546-9F96-269388307C5F}" dt="2026-03-09T05:14:47.405" v="2814" actId="1076"/>
          <ac:spMkLst>
            <pc:docMk/>
            <pc:sldMk cId="3454714156" sldId="263"/>
            <ac:spMk id="2" creationId="{3D5B12A5-C665-7681-B20F-07DAC30D587A}"/>
          </ac:spMkLst>
        </pc:spChg>
        <pc:spChg chg="mod">
          <ac:chgData name="2024_AI 渡邊 佑真" userId="3a50f35f-6d80-4423-8e66-0f01a9104cea" providerId="ADAL" clId="{B3121DD1-CB8F-4546-9F96-269388307C5F}" dt="2026-03-09T04:09:09.559" v="1346" actId="1076"/>
          <ac:spMkLst>
            <pc:docMk/>
            <pc:sldMk cId="3454714156" sldId="263"/>
            <ac:spMk id="3" creationId="{55AFCA90-5B6A-CF6E-EB7C-3CD6D07FF752}"/>
          </ac:spMkLst>
        </pc:spChg>
        <pc:spChg chg="mod">
          <ac:chgData name="2024_AI 渡邊 佑真" userId="3a50f35f-6d80-4423-8e66-0f01a9104cea" providerId="ADAL" clId="{B3121DD1-CB8F-4546-9F96-269388307C5F}" dt="2026-03-09T04:09:06.980" v="1345" actId="1076"/>
          <ac:spMkLst>
            <pc:docMk/>
            <pc:sldMk cId="3454714156" sldId="263"/>
            <ac:spMk id="4" creationId="{4946ADA9-1374-A7E0-F9B1-54A7BD1D233D}"/>
          </ac:spMkLst>
        </pc:spChg>
      </pc:sldChg>
      <pc:sldChg chg="modSp">
        <pc:chgData name="2024_AI 渡邊 佑真" userId="3a50f35f-6d80-4423-8e66-0f01a9104cea" providerId="ADAL" clId="{B3121DD1-CB8F-4546-9F96-269388307C5F}" dt="2026-03-09T04:48:19.220" v="1764" actId="20577"/>
        <pc:sldMkLst>
          <pc:docMk/>
          <pc:sldMk cId="3084172418" sldId="264"/>
        </pc:sldMkLst>
        <pc:spChg chg="mod">
          <ac:chgData name="2024_AI 渡邊 佑真" userId="3a50f35f-6d80-4423-8e66-0f01a9104cea" providerId="ADAL" clId="{B3121DD1-CB8F-4546-9F96-269388307C5F}" dt="2026-03-09T04:48:19.220" v="1764" actId="20577"/>
          <ac:spMkLst>
            <pc:docMk/>
            <pc:sldMk cId="3084172418" sldId="264"/>
            <ac:spMk id="2" creationId="{801E79DC-4C27-7B56-46A0-59FB5D6F6184}"/>
          </ac:spMkLst>
        </pc:spChg>
      </pc:sldChg>
      <pc:sldChg chg="modSp">
        <pc:chgData name="2024_AI 渡邊 佑真" userId="3a50f35f-6d80-4423-8e66-0f01a9104cea" providerId="ADAL" clId="{B3121DD1-CB8F-4546-9F96-269388307C5F}" dt="2026-03-09T06:39:22.875" v="3066" actId="20577"/>
        <pc:sldMkLst>
          <pc:docMk/>
          <pc:sldMk cId="955891175" sldId="265"/>
        </pc:sldMkLst>
        <pc:spChg chg="mod">
          <ac:chgData name="2024_AI 渡邊 佑真" userId="3a50f35f-6d80-4423-8e66-0f01a9104cea" providerId="ADAL" clId="{B3121DD1-CB8F-4546-9F96-269388307C5F}" dt="2026-03-09T04:48:22.729" v="1766" actId="20577"/>
          <ac:spMkLst>
            <pc:docMk/>
            <pc:sldMk cId="955891175" sldId="265"/>
            <ac:spMk id="2" creationId="{F6DC11C9-C090-7CBD-84FA-67AF671C0524}"/>
          </ac:spMkLst>
        </pc:spChg>
        <pc:spChg chg="mod">
          <ac:chgData name="2024_AI 渡邊 佑真" userId="3a50f35f-6d80-4423-8e66-0f01a9104cea" providerId="ADAL" clId="{B3121DD1-CB8F-4546-9F96-269388307C5F}" dt="2026-03-09T06:39:22.875" v="3066" actId="20577"/>
          <ac:spMkLst>
            <pc:docMk/>
            <pc:sldMk cId="955891175" sldId="265"/>
            <ac:spMk id="5" creationId="{BF84695E-3092-B1F3-B8A6-1CE518FF3E12}"/>
          </ac:spMkLst>
        </pc:spChg>
      </pc:sldChg>
      <pc:sldChg chg="modSp">
        <pc:chgData name="2024_AI 渡邊 佑真" userId="3a50f35f-6d80-4423-8e66-0f01a9104cea" providerId="ADAL" clId="{B3121DD1-CB8F-4546-9F96-269388307C5F}" dt="2026-03-09T04:06:37.777" v="1319" actId="403"/>
        <pc:sldMkLst>
          <pc:docMk/>
          <pc:sldMk cId="3050823287" sldId="266"/>
        </pc:sldMkLst>
        <pc:spChg chg="mod">
          <ac:chgData name="2024_AI 渡邊 佑真" userId="3a50f35f-6d80-4423-8e66-0f01a9104cea" providerId="ADAL" clId="{B3121DD1-CB8F-4546-9F96-269388307C5F}" dt="2026-03-09T04:06:37.777" v="1319" actId="403"/>
          <ac:spMkLst>
            <pc:docMk/>
            <pc:sldMk cId="3050823287" sldId="266"/>
            <ac:spMk id="2" creationId="{047AA35F-D6F0-350E-C179-787AC0C27428}"/>
          </ac:spMkLst>
        </pc:spChg>
      </pc:sldChg>
      <pc:sldChg chg="addSp delSp modSp add delAnim modAnim modNotesTx">
        <pc:chgData name="2024_AI 渡邊 佑真" userId="3a50f35f-6d80-4423-8e66-0f01a9104cea" providerId="ADAL" clId="{B3121DD1-CB8F-4546-9F96-269388307C5F}" dt="2026-03-09T05:19:21.353" v="2830" actId="14100"/>
        <pc:sldMkLst>
          <pc:docMk/>
          <pc:sldMk cId="67680996" sldId="267"/>
        </pc:sldMkLst>
        <pc:spChg chg="mod">
          <ac:chgData name="2024_AI 渡邊 佑真" userId="3a50f35f-6d80-4423-8e66-0f01a9104cea" providerId="ADAL" clId="{B3121DD1-CB8F-4546-9F96-269388307C5F}" dt="2026-03-09T04:47:40.332" v="1745" actId="20577"/>
          <ac:spMkLst>
            <pc:docMk/>
            <pc:sldMk cId="67680996" sldId="267"/>
            <ac:spMk id="2" creationId="{D25306C5-F55E-4B6B-9E98-96D0D56380C3}"/>
          </ac:spMkLst>
        </pc:spChg>
        <pc:spChg chg="add mod">
          <ac:chgData name="2024_AI 渡邊 佑真" userId="3a50f35f-6d80-4423-8e66-0f01a9104cea" providerId="ADAL" clId="{B3121DD1-CB8F-4546-9F96-269388307C5F}" dt="2026-03-09T05:19:16.342" v="2828" actId="14100"/>
          <ac:spMkLst>
            <pc:docMk/>
            <pc:sldMk cId="67680996" sldId="267"/>
            <ac:spMk id="4" creationId="{5799B450-F7B2-4217-B3EA-5219427CF384}"/>
          </ac:spMkLst>
        </pc:spChg>
        <pc:spChg chg="add mod">
          <ac:chgData name="2024_AI 渡邊 佑真" userId="3a50f35f-6d80-4423-8e66-0f01a9104cea" providerId="ADAL" clId="{B3121DD1-CB8F-4546-9F96-269388307C5F}" dt="2026-03-09T05:19:21.353" v="2830" actId="14100"/>
          <ac:spMkLst>
            <pc:docMk/>
            <pc:sldMk cId="67680996" sldId="267"/>
            <ac:spMk id="5" creationId="{6909A884-980B-455A-B59F-3F55104E43EC}"/>
          </ac:spMkLst>
        </pc:spChg>
        <pc:picChg chg="add del mod">
          <ac:chgData name="2024_AI 渡邊 佑真" userId="3a50f35f-6d80-4423-8e66-0f01a9104cea" providerId="ADAL" clId="{B3121DD1-CB8F-4546-9F96-269388307C5F}" dt="2026-03-09T04:44:59.797" v="1720" actId="478"/>
          <ac:picMkLst>
            <pc:docMk/>
            <pc:sldMk cId="67680996" sldId="267"/>
            <ac:picMk id="3" creationId="{E9B07257-EEED-4F17-A5FC-E98E3AB96F3F}"/>
          </ac:picMkLst>
        </pc:picChg>
        <pc:cxnChg chg="add del mod">
          <ac:chgData name="2024_AI 渡邊 佑真" userId="3a50f35f-6d80-4423-8e66-0f01a9104cea" providerId="ADAL" clId="{B3121DD1-CB8F-4546-9F96-269388307C5F}" dt="2026-03-09T05:04:55.664" v="2598" actId="478"/>
          <ac:cxnSpMkLst>
            <pc:docMk/>
            <pc:sldMk cId="67680996" sldId="267"/>
            <ac:cxnSpMk id="7" creationId="{9A45C849-85BF-4EA2-BA85-56898A608A6A}"/>
          </ac:cxnSpMkLst>
        </pc:cxnChg>
        <pc:cxnChg chg="add del mod">
          <ac:chgData name="2024_AI 渡邊 佑真" userId="3a50f35f-6d80-4423-8e66-0f01a9104cea" providerId="ADAL" clId="{B3121DD1-CB8F-4546-9F96-269388307C5F}" dt="2026-03-09T05:05:54.297" v="2656" actId="478"/>
          <ac:cxnSpMkLst>
            <pc:docMk/>
            <pc:sldMk cId="67680996" sldId="267"/>
            <ac:cxnSpMk id="10" creationId="{896880A4-DB23-4734-B77C-84ABABACD072}"/>
          </ac:cxnSpMkLst>
        </pc:cxnChg>
        <pc:cxnChg chg="add mod">
          <ac:chgData name="2024_AI 渡邊 佑真" userId="3a50f35f-6d80-4423-8e66-0f01a9104cea" providerId="ADAL" clId="{B3121DD1-CB8F-4546-9F96-269388307C5F}" dt="2026-03-09T05:07:39.875" v="2693" actId="14100"/>
          <ac:cxnSpMkLst>
            <pc:docMk/>
            <pc:sldMk cId="67680996" sldId="267"/>
            <ac:cxnSpMk id="12" creationId="{079FC4C7-B3B1-4EBC-97EB-26A175FB00F9}"/>
          </ac:cxnSpMkLst>
        </pc:cxnChg>
        <pc:cxnChg chg="add del mod">
          <ac:chgData name="2024_AI 渡邊 佑真" userId="3a50f35f-6d80-4423-8e66-0f01a9104cea" providerId="ADAL" clId="{B3121DD1-CB8F-4546-9F96-269388307C5F}" dt="2026-03-09T05:07:41.981" v="2694" actId="478"/>
          <ac:cxnSpMkLst>
            <pc:docMk/>
            <pc:sldMk cId="67680996" sldId="267"/>
            <ac:cxnSpMk id="17" creationId="{0CE25296-A086-4A2F-80F6-5F17D079F937}"/>
          </ac:cxnSpMkLst>
        </pc:cxnChg>
        <pc:cxnChg chg="add mod">
          <ac:chgData name="2024_AI 渡邊 佑真" userId="3a50f35f-6d80-4423-8e66-0f01a9104cea" providerId="ADAL" clId="{B3121DD1-CB8F-4546-9F96-269388307C5F}" dt="2026-03-09T05:08:11.077" v="2719" actId="14100"/>
          <ac:cxnSpMkLst>
            <pc:docMk/>
            <pc:sldMk cId="67680996" sldId="267"/>
            <ac:cxnSpMk id="32" creationId="{316D8872-564B-4661-A16D-C5599D89CE76}"/>
          </ac:cxnSpMkLst>
        </pc:cxnChg>
      </pc:sldChg>
      <pc:sldChg chg="del">
        <pc:chgData name="2024_AI 渡邊 佑真" userId="3a50f35f-6d80-4423-8e66-0f01a9104cea" providerId="ADAL" clId="{B3121DD1-CB8F-4546-9F96-269388307C5F}" dt="2026-03-09T04:06:52.484" v="1320" actId="2696"/>
        <pc:sldMkLst>
          <pc:docMk/>
          <pc:sldMk cId="1236501326" sldId="267"/>
        </pc:sldMkLst>
      </pc:sldChg>
    </pc:docChg>
  </pc:docChgLst>
  <pc:docChgLst>
    <pc:chgData name="2024_AI 渡邊 佑真" userId="S::c241048@ivy.ac.jp::3a50f35f-6d80-4423-8e66-0f01a9104cea" providerId="AD" clId="Web-{F66D97BB-F39B-D3B1-B096-F4DEAA315434}"/>
    <pc:docChg chg="modSld">
      <pc:chgData name="2024_AI 渡邊 佑真" userId="S::c241048@ivy.ac.jp::3a50f35f-6d80-4423-8e66-0f01a9104cea" providerId="AD" clId="Web-{F66D97BB-F39B-D3B1-B096-F4DEAA315434}" dt="2026-03-09T06:28:06.589" v="6" actId="20577"/>
      <pc:docMkLst>
        <pc:docMk/>
      </pc:docMkLst>
      <pc:sldChg chg="modSp">
        <pc:chgData name="2024_AI 渡邊 佑真" userId="S::c241048@ivy.ac.jp::3a50f35f-6d80-4423-8e66-0f01a9104cea" providerId="AD" clId="Web-{F66D97BB-F39B-D3B1-B096-F4DEAA315434}" dt="2026-03-09T06:28:06.589" v="6" actId="20577"/>
        <pc:sldMkLst>
          <pc:docMk/>
          <pc:sldMk cId="955891175" sldId="265"/>
        </pc:sldMkLst>
        <pc:spChg chg="mod">
          <ac:chgData name="2024_AI 渡邊 佑真" userId="S::c241048@ivy.ac.jp::3a50f35f-6d80-4423-8e66-0f01a9104cea" providerId="AD" clId="Web-{F66D97BB-F39B-D3B1-B096-F4DEAA315434}" dt="2026-03-09T06:28:06.589" v="6" actId="20577"/>
          <ac:spMkLst>
            <pc:docMk/>
            <pc:sldMk cId="955891175" sldId="265"/>
            <ac:spMk id="5" creationId="{BF84695E-3092-B1F3-B8A6-1CE518FF3E12}"/>
          </ac:spMkLst>
        </pc:spChg>
      </pc:sldChg>
    </pc:docChg>
  </pc:docChgLst>
  <pc:docChgLst>
    <pc:chgData name="2024_AI 東島 陽向" userId="59f660fd-db52-4017-bae7-78a6fbf7a034" providerId="ADAL" clId="{408B79B2-7806-48C8-B1B7-7934B21D3D1A}"/>
    <pc:docChg chg="undo modSld sldOrd">
      <pc:chgData name="2024_AI 東島 陽向" userId="59f660fd-db52-4017-bae7-78a6fbf7a034" providerId="ADAL" clId="{408B79B2-7806-48C8-B1B7-7934B21D3D1A}" dt="2026-03-09T06:16:52.722" v="5"/>
      <pc:docMkLst>
        <pc:docMk/>
      </pc:docMkLst>
      <pc:sldChg chg="modSp">
        <pc:chgData name="2024_AI 東島 陽向" userId="59f660fd-db52-4017-bae7-78a6fbf7a034" providerId="ADAL" clId="{408B79B2-7806-48C8-B1B7-7934B21D3D1A}" dt="2026-03-09T06:09:19.829" v="4" actId="20577"/>
        <pc:sldMkLst>
          <pc:docMk/>
          <pc:sldMk cId="1879445555" sldId="260"/>
        </pc:sldMkLst>
        <pc:spChg chg="mod">
          <ac:chgData name="2024_AI 東島 陽向" userId="59f660fd-db52-4017-bae7-78a6fbf7a034" providerId="ADAL" clId="{408B79B2-7806-48C8-B1B7-7934B21D3D1A}" dt="2026-03-09T06:09:19.829" v="4" actId="20577"/>
          <ac:spMkLst>
            <pc:docMk/>
            <pc:sldMk cId="1879445555" sldId="260"/>
            <ac:spMk id="3" creationId="{42D59A73-2AEF-96A1-79D5-D07DDBA3EB9B}"/>
          </ac:spMkLst>
        </pc:spChg>
      </pc:sldChg>
      <pc:sldChg chg="ord">
        <pc:chgData name="2024_AI 東島 陽向" userId="59f660fd-db52-4017-bae7-78a6fbf7a034" providerId="ADAL" clId="{408B79B2-7806-48C8-B1B7-7934B21D3D1A}" dt="2026-03-09T06:16:52.722" v="5"/>
        <pc:sldMkLst>
          <pc:docMk/>
          <pc:sldMk cId="955891175" sldId="265"/>
        </pc:sldMkLst>
      </pc:sldChg>
    </pc:docChg>
  </pc:docChgLst>
  <pc:docChgLst>
    <pc:chgData name="2024_AI 東島 陽向" userId="S::c241038@ivy.ac.jp::59f660fd-db52-4017-bae7-78a6fbf7a034" providerId="AD" clId="Web-{D87258D8-3578-7371-4BC5-7FAD37302353}"/>
    <pc:docChg chg="modSld">
      <pc:chgData name="2024_AI 東島 陽向" userId="S::c241038@ivy.ac.jp::59f660fd-db52-4017-bae7-78a6fbf7a034" providerId="AD" clId="Web-{D87258D8-3578-7371-4BC5-7FAD37302353}" dt="2026-03-09T06:32:10.534" v="21" actId="20577"/>
      <pc:docMkLst>
        <pc:docMk/>
      </pc:docMkLst>
      <pc:sldChg chg="modSp">
        <pc:chgData name="2024_AI 東島 陽向" userId="S::c241038@ivy.ac.jp::59f660fd-db52-4017-bae7-78a6fbf7a034" providerId="AD" clId="Web-{D87258D8-3578-7371-4BC5-7FAD37302353}" dt="2026-03-09T06:32:10.534" v="21" actId="20577"/>
        <pc:sldMkLst>
          <pc:docMk/>
          <pc:sldMk cId="3824123131" sldId="257"/>
        </pc:sldMkLst>
        <pc:spChg chg="mod">
          <ac:chgData name="2024_AI 東島 陽向" userId="S::c241038@ivy.ac.jp::59f660fd-db52-4017-bae7-78a6fbf7a034" providerId="AD" clId="Web-{D87258D8-3578-7371-4BC5-7FAD37302353}" dt="2026-03-09T06:32:10.534" v="21" actId="20577"/>
          <ac:spMkLst>
            <pc:docMk/>
            <pc:sldMk cId="3824123131" sldId="257"/>
            <ac:spMk id="3" creationId="{261F4B80-E782-E018-E43F-61114A8B2482}"/>
          </ac:spMkLst>
        </pc:spChg>
      </pc:sldChg>
      <pc:sldChg chg="modSp">
        <pc:chgData name="2024_AI 東島 陽向" userId="S::c241038@ivy.ac.jp::59f660fd-db52-4017-bae7-78a6fbf7a034" providerId="AD" clId="Web-{D87258D8-3578-7371-4BC5-7FAD37302353}" dt="2026-03-09T06:26:37.106" v="2" actId="20577"/>
        <pc:sldMkLst>
          <pc:docMk/>
          <pc:sldMk cId="3454714156" sldId="263"/>
        </pc:sldMkLst>
        <pc:spChg chg="mod">
          <ac:chgData name="2024_AI 東島 陽向" userId="S::c241038@ivy.ac.jp::59f660fd-db52-4017-bae7-78a6fbf7a034" providerId="AD" clId="Web-{D87258D8-3578-7371-4BC5-7FAD37302353}" dt="2026-03-09T06:26:37.106" v="2" actId="20577"/>
          <ac:spMkLst>
            <pc:docMk/>
            <pc:sldMk cId="3454714156" sldId="263"/>
            <ac:spMk id="4" creationId="{4946ADA9-1374-A7E0-F9B1-54A7BD1D233D}"/>
          </ac:spMkLst>
        </pc:spChg>
      </pc:sldChg>
    </pc:docChg>
  </pc:docChgLst>
  <pc:docChgLst>
    <pc:chgData name="2024_AI 東島 陽向" userId="S::c241038@ivy.ac.jp::59f660fd-db52-4017-bae7-78a6fbf7a034" providerId="AD" clId="Web-{EEABF6CC-D721-5018-DAF0-17AEB7C85733}"/>
    <pc:docChg chg="addSld modSld">
      <pc:chgData name="2024_AI 東島 陽向" userId="S::c241038@ivy.ac.jp::59f660fd-db52-4017-bae7-78a6fbf7a034" providerId="AD" clId="Web-{EEABF6CC-D721-5018-DAF0-17AEB7C85733}" dt="2026-03-09T03:00:26.521" v="314" actId="20577"/>
      <pc:docMkLst>
        <pc:docMk/>
      </pc:docMkLst>
      <pc:sldChg chg="modSp">
        <pc:chgData name="2024_AI 東島 陽向" userId="S::c241038@ivy.ac.jp::59f660fd-db52-4017-bae7-78a6fbf7a034" providerId="AD" clId="Web-{EEABF6CC-D721-5018-DAF0-17AEB7C85733}" dt="2026-03-09T00:42:49.906" v="5" actId="20577"/>
        <pc:sldMkLst>
          <pc:docMk/>
          <pc:sldMk cId="2277379949" sldId="256"/>
        </pc:sldMkLst>
        <pc:spChg chg="mod">
          <ac:chgData name="2024_AI 東島 陽向" userId="S::c241038@ivy.ac.jp::59f660fd-db52-4017-bae7-78a6fbf7a034" providerId="AD" clId="Web-{EEABF6CC-D721-5018-DAF0-17AEB7C85733}" dt="2026-03-09T00:42:49.906" v="5" actId="20577"/>
          <ac:spMkLst>
            <pc:docMk/>
            <pc:sldMk cId="2277379949" sldId="256"/>
            <ac:spMk id="5" creationId="{55038B0D-D25E-409E-9BA3-A5943990B980}"/>
          </ac:spMkLst>
        </pc:spChg>
      </pc:sldChg>
      <pc:sldChg chg="modSp new">
        <pc:chgData name="2024_AI 東島 陽向" userId="S::c241038@ivy.ac.jp::59f660fd-db52-4017-bae7-78a6fbf7a034" providerId="AD" clId="Web-{EEABF6CC-D721-5018-DAF0-17AEB7C85733}" dt="2026-03-09T01:02:06.719" v="60" actId="20577"/>
        <pc:sldMkLst>
          <pc:docMk/>
          <pc:sldMk cId="3824123131" sldId="257"/>
        </pc:sldMkLst>
        <pc:spChg chg="mod">
          <ac:chgData name="2024_AI 東島 陽向" userId="S::c241038@ivy.ac.jp::59f660fd-db52-4017-bae7-78a6fbf7a034" providerId="AD" clId="Web-{EEABF6CC-D721-5018-DAF0-17AEB7C85733}" dt="2026-03-09T00:47:23.189" v="47" actId="20577"/>
          <ac:spMkLst>
            <pc:docMk/>
            <pc:sldMk cId="3824123131" sldId="257"/>
            <ac:spMk id="2" creationId="{570991E4-00C3-B735-88A4-ADFF6DE8687F}"/>
          </ac:spMkLst>
        </pc:spChg>
        <pc:spChg chg="mod">
          <ac:chgData name="2024_AI 東島 陽向" userId="S::c241038@ivy.ac.jp::59f660fd-db52-4017-bae7-78a6fbf7a034" providerId="AD" clId="Web-{EEABF6CC-D721-5018-DAF0-17AEB7C85733}" dt="2026-03-09T01:02:06.719" v="60" actId="20577"/>
          <ac:spMkLst>
            <pc:docMk/>
            <pc:sldMk cId="3824123131" sldId="257"/>
            <ac:spMk id="3" creationId="{261F4B80-E782-E018-E43F-61114A8B2482}"/>
          </ac:spMkLst>
        </pc:spChg>
      </pc:sldChg>
      <pc:sldChg chg="addSp modSp new mod modClrScheme chgLayout">
        <pc:chgData name="2024_AI 東島 陽向" userId="S::c241038@ivy.ac.jp::59f660fd-db52-4017-bae7-78a6fbf7a034" providerId="AD" clId="Web-{EEABF6CC-D721-5018-DAF0-17AEB7C85733}" dt="2026-03-09T01:31:24.227" v="110" actId="20577"/>
        <pc:sldMkLst>
          <pc:docMk/>
          <pc:sldMk cId="1020421839" sldId="258"/>
        </pc:sldMkLst>
        <pc:spChg chg="mod ord">
          <ac:chgData name="2024_AI 東島 陽向" userId="S::c241038@ivy.ac.jp::59f660fd-db52-4017-bae7-78a6fbf7a034" providerId="AD" clId="Web-{EEABF6CC-D721-5018-DAF0-17AEB7C85733}" dt="2026-03-09T01:14:55.302" v="81"/>
          <ac:spMkLst>
            <pc:docMk/>
            <pc:sldMk cId="1020421839" sldId="258"/>
            <ac:spMk id="2" creationId="{B1B011E9-BDC0-8566-7096-33B488EA1C39}"/>
          </ac:spMkLst>
        </pc:spChg>
        <pc:spChg chg="mod ord">
          <ac:chgData name="2024_AI 東島 陽向" userId="S::c241038@ivy.ac.jp::59f660fd-db52-4017-bae7-78a6fbf7a034" providerId="AD" clId="Web-{EEABF6CC-D721-5018-DAF0-17AEB7C85733}" dt="2026-03-09T01:14:55.302" v="81"/>
          <ac:spMkLst>
            <pc:docMk/>
            <pc:sldMk cId="1020421839" sldId="258"/>
            <ac:spMk id="3" creationId="{D4925C63-1C21-4391-3B8F-05CE21A05739}"/>
          </ac:spMkLst>
        </pc:spChg>
        <pc:spChg chg="add mod">
          <ac:chgData name="2024_AI 東島 陽向" userId="S::c241038@ivy.ac.jp::59f660fd-db52-4017-bae7-78a6fbf7a034" providerId="AD" clId="Web-{EEABF6CC-D721-5018-DAF0-17AEB7C85733}" dt="2026-03-09T01:31:24.227" v="110" actId="20577"/>
          <ac:spMkLst>
            <pc:docMk/>
            <pc:sldMk cId="1020421839" sldId="258"/>
            <ac:spMk id="4" creationId="{C7B2345E-45D2-E509-A096-3B3A67AB6205}"/>
          </ac:spMkLst>
        </pc:spChg>
      </pc:sldChg>
      <pc:sldChg chg="addSp delSp modSp new">
        <pc:chgData name="2024_AI 東島 陽向" userId="S::c241038@ivy.ac.jp::59f660fd-db52-4017-bae7-78a6fbf7a034" providerId="AD" clId="Web-{EEABF6CC-D721-5018-DAF0-17AEB7C85733}" dt="2026-03-09T01:38:02.793" v="124"/>
        <pc:sldMkLst>
          <pc:docMk/>
          <pc:sldMk cId="3361463322" sldId="259"/>
        </pc:sldMkLst>
        <pc:spChg chg="mod">
          <ac:chgData name="2024_AI 東島 陽向" userId="S::c241038@ivy.ac.jp::59f660fd-db52-4017-bae7-78a6fbf7a034" providerId="AD" clId="Web-{EEABF6CC-D721-5018-DAF0-17AEB7C85733}" dt="2026-03-09T01:32:52.978" v="115" actId="20577"/>
          <ac:spMkLst>
            <pc:docMk/>
            <pc:sldMk cId="3361463322" sldId="259"/>
            <ac:spMk id="2" creationId="{8BB34427-A72E-7F5C-D4FF-F68FFB4CA97E}"/>
          </ac:spMkLst>
        </pc:spChg>
        <pc:spChg chg="add del">
          <ac:chgData name="2024_AI 東島 陽向" userId="S::c241038@ivy.ac.jp::59f660fd-db52-4017-bae7-78a6fbf7a034" providerId="AD" clId="Web-{EEABF6CC-D721-5018-DAF0-17AEB7C85733}" dt="2026-03-09T01:37:03.118" v="119"/>
          <ac:spMkLst>
            <pc:docMk/>
            <pc:sldMk cId="3361463322" sldId="259"/>
            <ac:spMk id="3" creationId="{9A7C991C-A73C-9639-EF64-CFF0CB047E2A}"/>
          </ac:spMkLst>
        </pc:spChg>
        <pc:picChg chg="add del mod">
          <ac:chgData name="2024_AI 東島 陽向" userId="S::c241038@ivy.ac.jp::59f660fd-db52-4017-bae7-78a6fbf7a034" providerId="AD" clId="Web-{EEABF6CC-D721-5018-DAF0-17AEB7C85733}" dt="2026-03-09T01:36:56.930" v="118"/>
          <ac:picMkLst>
            <pc:docMk/>
            <pc:sldMk cId="3361463322" sldId="259"/>
            <ac:picMk id="4" creationId="{F5A526CE-D9EA-2FDD-A4EC-E2C3E85E2FFF}"/>
          </ac:picMkLst>
        </pc:picChg>
        <pc:picChg chg="add del mod">
          <ac:chgData name="2024_AI 東島 陽向" userId="S::c241038@ivy.ac.jp::59f660fd-db52-4017-bae7-78a6fbf7a034" providerId="AD" clId="Web-{EEABF6CC-D721-5018-DAF0-17AEB7C85733}" dt="2026-03-09T01:37:22.384" v="121"/>
          <ac:picMkLst>
            <pc:docMk/>
            <pc:sldMk cId="3361463322" sldId="259"/>
            <ac:picMk id="5" creationId="{C58FD9BE-BD18-4AC2-9B3D-5192BD037C1B}"/>
          </ac:picMkLst>
        </pc:picChg>
        <pc:picChg chg="add del mod">
          <ac:chgData name="2024_AI 東島 陽向" userId="S::c241038@ivy.ac.jp::59f660fd-db52-4017-bae7-78a6fbf7a034" providerId="AD" clId="Web-{EEABF6CC-D721-5018-DAF0-17AEB7C85733}" dt="2026-03-09T01:38:02.793" v="124"/>
          <ac:picMkLst>
            <pc:docMk/>
            <pc:sldMk cId="3361463322" sldId="259"/>
            <ac:picMk id="7" creationId="{08E7BB34-880A-F1BB-80AC-F07B76778F2D}"/>
          </ac:picMkLst>
        </pc:picChg>
      </pc:sldChg>
      <pc:sldChg chg="addSp modSp new">
        <pc:chgData name="2024_AI 東島 陽向" userId="S::c241038@ivy.ac.jp::59f660fd-db52-4017-bae7-78a6fbf7a034" providerId="AD" clId="Web-{EEABF6CC-D721-5018-DAF0-17AEB7C85733}" dt="2026-03-09T01:45:29.062" v="147" actId="20577"/>
        <pc:sldMkLst>
          <pc:docMk/>
          <pc:sldMk cId="1879445555" sldId="260"/>
        </pc:sldMkLst>
        <pc:spChg chg="mod">
          <ac:chgData name="2024_AI 東島 陽向" userId="S::c241038@ivy.ac.jp::59f660fd-db52-4017-bae7-78a6fbf7a034" providerId="AD" clId="Web-{EEABF6CC-D721-5018-DAF0-17AEB7C85733}" dt="2026-03-09T01:42:39.945" v="132" actId="20577"/>
          <ac:spMkLst>
            <pc:docMk/>
            <pc:sldMk cId="1879445555" sldId="260"/>
            <ac:spMk id="2" creationId="{E91E8F9B-4FE9-76DC-F5A1-F13628BDCAB3}"/>
          </ac:spMkLst>
        </pc:spChg>
        <pc:spChg chg="add mod">
          <ac:chgData name="2024_AI 東島 陽向" userId="S::c241038@ivy.ac.jp::59f660fd-db52-4017-bae7-78a6fbf7a034" providerId="AD" clId="Web-{EEABF6CC-D721-5018-DAF0-17AEB7C85733}" dt="2026-03-09T01:45:29.062" v="147" actId="20577"/>
          <ac:spMkLst>
            <pc:docMk/>
            <pc:sldMk cId="1879445555" sldId="260"/>
            <ac:spMk id="3" creationId="{42D59A73-2AEF-96A1-79D5-D07DDBA3EB9B}"/>
          </ac:spMkLst>
        </pc:spChg>
      </pc:sldChg>
      <pc:sldChg chg="modSp new">
        <pc:chgData name="2024_AI 東島 陽向" userId="S::c241038@ivy.ac.jp::59f660fd-db52-4017-bae7-78a6fbf7a034" providerId="AD" clId="Web-{EEABF6CC-D721-5018-DAF0-17AEB7C85733}" dt="2026-03-09T03:00:26.521" v="314" actId="20577"/>
        <pc:sldMkLst>
          <pc:docMk/>
          <pc:sldMk cId="2600626263" sldId="261"/>
        </pc:sldMkLst>
        <pc:spChg chg="mod">
          <ac:chgData name="2024_AI 東島 陽向" userId="S::c241038@ivy.ac.jp::59f660fd-db52-4017-bae7-78a6fbf7a034" providerId="AD" clId="Web-{EEABF6CC-D721-5018-DAF0-17AEB7C85733}" dt="2026-03-09T03:00:26.521" v="314" actId="20577"/>
          <ac:spMkLst>
            <pc:docMk/>
            <pc:sldMk cId="2600626263" sldId="261"/>
            <ac:spMk id="2" creationId="{27AAAC63-517D-8161-0B09-486A48E56D51}"/>
          </ac:spMkLst>
        </pc:spChg>
      </pc:sldChg>
      <pc:sldChg chg="modSp new">
        <pc:chgData name="2024_AI 東島 陽向" userId="S::c241038@ivy.ac.jp::59f660fd-db52-4017-bae7-78a6fbf7a034" providerId="AD" clId="Web-{EEABF6CC-D721-5018-DAF0-17AEB7C85733}" dt="2026-03-09T03:00:18.865" v="312" actId="20577"/>
        <pc:sldMkLst>
          <pc:docMk/>
          <pc:sldMk cId="1638641616" sldId="262"/>
        </pc:sldMkLst>
        <pc:spChg chg="mod">
          <ac:chgData name="2024_AI 東島 陽向" userId="S::c241038@ivy.ac.jp::59f660fd-db52-4017-bae7-78a6fbf7a034" providerId="AD" clId="Web-{EEABF6CC-D721-5018-DAF0-17AEB7C85733}" dt="2026-03-09T03:00:18.865" v="312" actId="20577"/>
          <ac:spMkLst>
            <pc:docMk/>
            <pc:sldMk cId="1638641616" sldId="262"/>
            <ac:spMk id="2" creationId="{7D9BFD8B-B981-E271-8ECF-23534922BD47}"/>
          </ac:spMkLst>
        </pc:spChg>
      </pc:sldChg>
      <pc:sldChg chg="modSp new">
        <pc:chgData name="2024_AI 東島 陽向" userId="S::c241038@ivy.ac.jp::59f660fd-db52-4017-bae7-78a6fbf7a034" providerId="AD" clId="Web-{EEABF6CC-D721-5018-DAF0-17AEB7C85733}" dt="2026-03-09T02:12:27.476" v="165" actId="1076"/>
        <pc:sldMkLst>
          <pc:docMk/>
          <pc:sldMk cId="3454714156" sldId="263"/>
        </pc:sldMkLst>
        <pc:spChg chg="mod">
          <ac:chgData name="2024_AI 東島 陽向" userId="S::c241038@ivy.ac.jp::59f660fd-db52-4017-bae7-78a6fbf7a034" providerId="AD" clId="Web-{EEABF6CC-D721-5018-DAF0-17AEB7C85733}" dt="2026-03-09T02:12:27.476" v="165" actId="1076"/>
          <ac:spMkLst>
            <pc:docMk/>
            <pc:sldMk cId="3454714156" sldId="263"/>
            <ac:spMk id="2" creationId="{3D5B12A5-C665-7681-B20F-07DAC30D587A}"/>
          </ac:spMkLst>
        </pc:spChg>
      </pc:sldChg>
      <pc:sldChg chg="modSp new">
        <pc:chgData name="2024_AI 東島 陽向" userId="S::c241038@ivy.ac.jp::59f660fd-db52-4017-bae7-78a6fbf7a034" providerId="AD" clId="Web-{EEABF6CC-D721-5018-DAF0-17AEB7C85733}" dt="2026-03-09T02:13:03.962" v="170" actId="20577"/>
        <pc:sldMkLst>
          <pc:docMk/>
          <pc:sldMk cId="3084172418" sldId="264"/>
        </pc:sldMkLst>
        <pc:spChg chg="mod">
          <ac:chgData name="2024_AI 東島 陽向" userId="S::c241038@ivy.ac.jp::59f660fd-db52-4017-bae7-78a6fbf7a034" providerId="AD" clId="Web-{EEABF6CC-D721-5018-DAF0-17AEB7C85733}" dt="2026-03-09T02:13:03.962" v="170" actId="20577"/>
          <ac:spMkLst>
            <pc:docMk/>
            <pc:sldMk cId="3084172418" sldId="264"/>
            <ac:spMk id="2" creationId="{801E79DC-4C27-7B56-46A0-59FB5D6F6184}"/>
          </ac:spMkLst>
        </pc:spChg>
      </pc:sldChg>
      <pc:sldChg chg="addSp modSp new">
        <pc:chgData name="2024_AI 東島 陽向" userId="S::c241038@ivy.ac.jp::59f660fd-db52-4017-bae7-78a6fbf7a034" providerId="AD" clId="Web-{EEABF6CC-D721-5018-DAF0-17AEB7C85733}" dt="2026-03-09T02:57:28.891" v="310" actId="20577"/>
        <pc:sldMkLst>
          <pc:docMk/>
          <pc:sldMk cId="955891175" sldId="265"/>
        </pc:sldMkLst>
        <pc:spChg chg="mod">
          <ac:chgData name="2024_AI 東島 陽向" userId="S::c241038@ivy.ac.jp::59f660fd-db52-4017-bae7-78a6fbf7a034" providerId="AD" clId="Web-{EEABF6CC-D721-5018-DAF0-17AEB7C85733}" dt="2026-03-09T02:13:34.512" v="177" actId="20577"/>
          <ac:spMkLst>
            <pc:docMk/>
            <pc:sldMk cId="955891175" sldId="265"/>
            <ac:spMk id="2" creationId="{F6DC11C9-C090-7CBD-84FA-67AF671C0524}"/>
          </ac:spMkLst>
        </pc:spChg>
        <pc:spChg chg="add">
          <ac:chgData name="2024_AI 東島 陽向" userId="S::c241038@ivy.ac.jp::59f660fd-db52-4017-bae7-78a6fbf7a034" providerId="AD" clId="Web-{EEABF6CC-D721-5018-DAF0-17AEB7C85733}" dt="2026-03-09T02:30:50.872" v="178"/>
          <ac:spMkLst>
            <pc:docMk/>
            <pc:sldMk cId="955891175" sldId="265"/>
            <ac:spMk id="3" creationId="{02381189-D25A-F535-005A-1BDD5C17D7F3}"/>
          </ac:spMkLst>
        </pc:spChg>
        <pc:spChg chg="add mod">
          <ac:chgData name="2024_AI 東島 陽向" userId="S::c241038@ivy.ac.jp::59f660fd-db52-4017-bae7-78a6fbf7a034" providerId="AD" clId="Web-{EEABF6CC-D721-5018-DAF0-17AEB7C85733}" dt="2026-03-09T02:32:06.767" v="183" actId="20577"/>
          <ac:spMkLst>
            <pc:docMk/>
            <pc:sldMk cId="955891175" sldId="265"/>
            <ac:spMk id="4" creationId="{1F218158-93D8-96F7-360B-DF4CC9DC9C9B}"/>
          </ac:spMkLst>
        </pc:spChg>
        <pc:spChg chg="add mod">
          <ac:chgData name="2024_AI 東島 陽向" userId="S::c241038@ivy.ac.jp::59f660fd-db52-4017-bae7-78a6fbf7a034" providerId="AD" clId="Web-{EEABF6CC-D721-5018-DAF0-17AEB7C85733}" dt="2026-03-09T02:57:28.891" v="310" actId="20577"/>
          <ac:spMkLst>
            <pc:docMk/>
            <pc:sldMk cId="955891175" sldId="265"/>
            <ac:spMk id="5" creationId="{BF84695E-3092-B1F3-B8A6-1CE518FF3E12}"/>
          </ac:spMkLst>
        </pc:spChg>
      </pc:sldChg>
    </pc:docChg>
  </pc:docChgLst>
  <pc:docChgLst>
    <pc:chgData name="2024_AI 東島 陽向" userId="S::c241038@ivy.ac.jp::59f660fd-db52-4017-bae7-78a6fbf7a034" providerId="AD" clId="Web-{17B2D63D-E620-1FE3-0B9F-D440A0949C70}"/>
    <pc:docChg chg="modSld">
      <pc:chgData name="2024_AI 東島 陽向" userId="S::c241038@ivy.ac.jp::59f660fd-db52-4017-bae7-78a6fbf7a034" providerId="AD" clId="Web-{17B2D63D-E620-1FE3-0B9F-D440A0949C70}" dt="2026-03-09T05:11:24.332" v="15"/>
      <pc:docMkLst>
        <pc:docMk/>
      </pc:docMkLst>
      <pc:sldChg chg="modNotes">
        <pc:chgData name="2024_AI 東島 陽向" userId="S::c241038@ivy.ac.jp::59f660fd-db52-4017-bae7-78a6fbf7a034" providerId="AD" clId="Web-{17B2D63D-E620-1FE3-0B9F-D440A0949C70}" dt="2026-03-09T05:11:24.332" v="15"/>
        <pc:sldMkLst>
          <pc:docMk/>
          <pc:sldMk cId="3050823287" sldId="266"/>
        </pc:sldMkLst>
      </pc:sldChg>
    </pc:docChg>
  </pc:docChgLst>
  <pc:docChgLst>
    <pc:chgData name="2024_AI 嘉藤 潤" userId="S::c241006@ivy.ac.jp::f1e01ae7-0979-493a-b46c-88701c7d015a" providerId="AD" clId="Web-{E19A5F0D-6F78-DEF6-72F6-5C8DA82B0713}"/>
    <pc:docChg chg="addSld modSld sldOrd">
      <pc:chgData name="2024_AI 嘉藤 潤" userId="S::c241006@ivy.ac.jp::f1e01ae7-0979-493a-b46c-88701c7d015a" providerId="AD" clId="Web-{E19A5F0D-6F78-DEF6-72F6-5C8DA82B0713}" dt="2026-03-09T02:59:53.031" v="680"/>
      <pc:docMkLst>
        <pc:docMk/>
      </pc:docMkLst>
      <pc:sldChg chg="modSp">
        <pc:chgData name="2024_AI 嘉藤 潤" userId="S::c241006@ivy.ac.jp::f1e01ae7-0979-493a-b46c-88701c7d015a" providerId="AD" clId="Web-{E19A5F0D-6F78-DEF6-72F6-5C8DA82B0713}" dt="2026-03-09T00:44:11.233" v="56" actId="20577"/>
        <pc:sldMkLst>
          <pc:docMk/>
          <pc:sldMk cId="2277379949" sldId="256"/>
        </pc:sldMkLst>
        <pc:spChg chg="mod">
          <ac:chgData name="2024_AI 嘉藤 潤" userId="S::c241006@ivy.ac.jp::f1e01ae7-0979-493a-b46c-88701c7d015a" providerId="AD" clId="Web-{E19A5F0D-6F78-DEF6-72F6-5C8DA82B0713}" dt="2026-03-09T00:44:11.233" v="56" actId="20577"/>
          <ac:spMkLst>
            <pc:docMk/>
            <pc:sldMk cId="2277379949" sldId="256"/>
            <ac:spMk id="5" creationId="{55038B0D-D25E-409E-9BA3-A5943990B980}"/>
          </ac:spMkLst>
        </pc:spChg>
      </pc:sldChg>
      <pc:sldChg chg="modSp">
        <pc:chgData name="2024_AI 嘉藤 潤" userId="S::c241006@ivy.ac.jp::f1e01ae7-0979-493a-b46c-88701c7d015a" providerId="AD" clId="Web-{E19A5F0D-6F78-DEF6-72F6-5C8DA82B0713}" dt="2026-03-09T01:06:15.213" v="138" actId="20577"/>
        <pc:sldMkLst>
          <pc:docMk/>
          <pc:sldMk cId="3824123131" sldId="257"/>
        </pc:sldMkLst>
        <pc:spChg chg="mod">
          <ac:chgData name="2024_AI 嘉藤 潤" userId="S::c241006@ivy.ac.jp::f1e01ae7-0979-493a-b46c-88701c7d015a" providerId="AD" clId="Web-{E19A5F0D-6F78-DEF6-72F6-5C8DA82B0713}" dt="2026-03-09T00:49:45.217" v="70" actId="20577"/>
          <ac:spMkLst>
            <pc:docMk/>
            <pc:sldMk cId="3824123131" sldId="257"/>
            <ac:spMk id="2" creationId="{570991E4-00C3-B735-88A4-ADFF6DE8687F}"/>
          </ac:spMkLst>
        </pc:spChg>
        <pc:spChg chg="mod">
          <ac:chgData name="2024_AI 嘉藤 潤" userId="S::c241006@ivy.ac.jp::f1e01ae7-0979-493a-b46c-88701c7d015a" providerId="AD" clId="Web-{E19A5F0D-6F78-DEF6-72F6-5C8DA82B0713}" dt="2026-03-09T01:06:15.213" v="138" actId="20577"/>
          <ac:spMkLst>
            <pc:docMk/>
            <pc:sldMk cId="3824123131" sldId="257"/>
            <ac:spMk id="3" creationId="{261F4B80-E782-E018-E43F-61114A8B2482}"/>
          </ac:spMkLst>
        </pc:spChg>
      </pc:sldChg>
      <pc:sldChg chg="modSp">
        <pc:chgData name="2024_AI 嘉藤 潤" userId="S::c241006@ivy.ac.jp::f1e01ae7-0979-493a-b46c-88701c7d015a" providerId="AD" clId="Web-{E19A5F0D-6F78-DEF6-72F6-5C8DA82B0713}" dt="2026-03-09T02:55:25.665" v="679" actId="20577"/>
        <pc:sldMkLst>
          <pc:docMk/>
          <pc:sldMk cId="1020421839" sldId="258"/>
        </pc:sldMkLst>
        <pc:spChg chg="mod">
          <ac:chgData name="2024_AI 嘉藤 潤" userId="S::c241006@ivy.ac.jp::f1e01ae7-0979-493a-b46c-88701c7d015a" providerId="AD" clId="Web-{E19A5F0D-6F78-DEF6-72F6-5C8DA82B0713}" dt="2026-03-09T01:09:39.843" v="146" actId="20577"/>
          <ac:spMkLst>
            <pc:docMk/>
            <pc:sldMk cId="1020421839" sldId="258"/>
            <ac:spMk id="3" creationId="{D4925C63-1C21-4391-3B8F-05CE21A05739}"/>
          </ac:spMkLst>
        </pc:spChg>
        <pc:spChg chg="mod">
          <ac:chgData name="2024_AI 嘉藤 潤" userId="S::c241006@ivy.ac.jp::f1e01ae7-0979-493a-b46c-88701c7d015a" providerId="AD" clId="Web-{E19A5F0D-6F78-DEF6-72F6-5C8DA82B0713}" dt="2026-03-09T02:55:25.665" v="679" actId="20577"/>
          <ac:spMkLst>
            <pc:docMk/>
            <pc:sldMk cId="1020421839" sldId="258"/>
            <ac:spMk id="4" creationId="{C7B2345E-45D2-E509-A096-3B3A67AB6205}"/>
          </ac:spMkLst>
        </pc:spChg>
      </pc:sldChg>
      <pc:sldChg chg="addSp delSp modSp">
        <pc:chgData name="2024_AI 嘉藤 潤" userId="S::c241006@ivy.ac.jp::f1e01ae7-0979-493a-b46c-88701c7d015a" providerId="AD" clId="Web-{E19A5F0D-6F78-DEF6-72F6-5C8DA82B0713}" dt="2026-03-09T01:50:23.152" v="296" actId="1076"/>
        <pc:sldMkLst>
          <pc:docMk/>
          <pc:sldMk cId="3361463322" sldId="259"/>
        </pc:sldMkLst>
        <pc:spChg chg="add mod">
          <ac:chgData name="2024_AI 嘉藤 潤" userId="S::c241006@ivy.ac.jp::f1e01ae7-0979-493a-b46c-88701c7d015a" providerId="AD" clId="Web-{E19A5F0D-6F78-DEF6-72F6-5C8DA82B0713}" dt="2026-03-09T01:47:09.005" v="269" actId="20577"/>
          <ac:spMkLst>
            <pc:docMk/>
            <pc:sldMk cId="3361463322" sldId="259"/>
            <ac:spMk id="8" creationId="{38F08842-9DCC-4EAD-5C88-304C8E409CD8}"/>
          </ac:spMkLst>
        </pc:spChg>
        <pc:spChg chg="add mod">
          <ac:chgData name="2024_AI 嘉藤 潤" userId="S::c241006@ivy.ac.jp::f1e01ae7-0979-493a-b46c-88701c7d015a" providerId="AD" clId="Web-{E19A5F0D-6F78-DEF6-72F6-5C8DA82B0713}" dt="2026-03-09T01:50:19.371" v="295" actId="1076"/>
          <ac:spMkLst>
            <pc:docMk/>
            <pc:sldMk cId="3361463322" sldId="259"/>
            <ac:spMk id="9" creationId="{DAB2CF28-AD7D-8FD3-2E84-90DA986FC5D0}"/>
          </ac:spMkLst>
        </pc:spChg>
        <pc:spChg chg="add mod">
          <ac:chgData name="2024_AI 嘉藤 潤" userId="S::c241006@ivy.ac.jp::f1e01ae7-0979-493a-b46c-88701c7d015a" providerId="AD" clId="Web-{E19A5F0D-6F78-DEF6-72F6-5C8DA82B0713}" dt="2026-03-09T01:50:23.152" v="296" actId="1076"/>
          <ac:spMkLst>
            <pc:docMk/>
            <pc:sldMk cId="3361463322" sldId="259"/>
            <ac:spMk id="10" creationId="{14ED0AA6-F58E-7664-6389-B5CABA4870D6}"/>
          </ac:spMkLst>
        </pc:spChg>
        <pc:picChg chg="add del mod">
          <ac:chgData name="2024_AI 嘉藤 潤" userId="S::c241006@ivy.ac.jp::f1e01ae7-0979-493a-b46c-88701c7d015a" providerId="AD" clId="Web-{E19A5F0D-6F78-DEF6-72F6-5C8DA82B0713}" dt="2026-03-09T01:38:00.077" v="195"/>
          <ac:picMkLst>
            <pc:docMk/>
            <pc:sldMk cId="3361463322" sldId="259"/>
            <ac:picMk id="6" creationId="{C3841BFE-4076-6FE3-3282-08B228F40240}"/>
          </ac:picMkLst>
        </pc:picChg>
      </pc:sldChg>
      <pc:sldChg chg="modSp">
        <pc:chgData name="2024_AI 嘉藤 潤" userId="S::c241006@ivy.ac.jp::f1e01ae7-0979-493a-b46c-88701c7d015a" providerId="AD" clId="Web-{E19A5F0D-6F78-DEF6-72F6-5C8DA82B0713}" dt="2026-03-09T02:10:19.721" v="367" actId="1076"/>
        <pc:sldMkLst>
          <pc:docMk/>
          <pc:sldMk cId="1879445555" sldId="260"/>
        </pc:sldMkLst>
        <pc:spChg chg="mod">
          <ac:chgData name="2024_AI 嘉藤 潤" userId="S::c241006@ivy.ac.jp::f1e01ae7-0979-493a-b46c-88701c7d015a" providerId="AD" clId="Web-{E19A5F0D-6F78-DEF6-72F6-5C8DA82B0713}" dt="2026-03-09T02:10:19.721" v="367" actId="1076"/>
          <ac:spMkLst>
            <pc:docMk/>
            <pc:sldMk cId="1879445555" sldId="260"/>
            <ac:spMk id="2" creationId="{E91E8F9B-4FE9-76DC-F5A1-F13628BDCAB3}"/>
          </ac:spMkLst>
        </pc:spChg>
        <pc:spChg chg="mod">
          <ac:chgData name="2024_AI 嘉藤 潤" userId="S::c241006@ivy.ac.jp::f1e01ae7-0979-493a-b46c-88701c7d015a" providerId="AD" clId="Web-{E19A5F0D-6F78-DEF6-72F6-5C8DA82B0713}" dt="2026-03-09T02:10:14.424" v="366" actId="1076"/>
          <ac:spMkLst>
            <pc:docMk/>
            <pc:sldMk cId="1879445555" sldId="260"/>
            <ac:spMk id="3" creationId="{42D59A73-2AEF-96A1-79D5-D07DDBA3EB9B}"/>
          </ac:spMkLst>
        </pc:spChg>
      </pc:sldChg>
      <pc:sldChg chg="addSp modSp ord">
        <pc:chgData name="2024_AI 嘉藤 潤" userId="S::c241006@ivy.ac.jp::f1e01ae7-0979-493a-b46c-88701c7d015a" providerId="AD" clId="Web-{E19A5F0D-6F78-DEF6-72F6-5C8DA82B0713}" dt="2026-03-09T02:59:53.031" v="680"/>
        <pc:sldMkLst>
          <pc:docMk/>
          <pc:sldMk cId="2600626263" sldId="261"/>
        </pc:sldMkLst>
        <pc:spChg chg="add mod">
          <ac:chgData name="2024_AI 嘉藤 潤" userId="S::c241006@ivy.ac.jp::f1e01ae7-0979-493a-b46c-88701c7d015a" providerId="AD" clId="Web-{E19A5F0D-6F78-DEF6-72F6-5C8DA82B0713}" dt="2026-03-09T02:15:43.038" v="406" actId="1076"/>
          <ac:spMkLst>
            <pc:docMk/>
            <pc:sldMk cId="2600626263" sldId="261"/>
            <ac:spMk id="3" creationId="{62BDD0D6-E1BF-690E-32B0-BB24DBEDAC24}"/>
          </ac:spMkLst>
        </pc:spChg>
        <pc:spChg chg="add mod">
          <ac:chgData name="2024_AI 嘉藤 潤" userId="S::c241006@ivy.ac.jp::f1e01ae7-0979-493a-b46c-88701c7d015a" providerId="AD" clId="Web-{E19A5F0D-6F78-DEF6-72F6-5C8DA82B0713}" dt="2026-03-09T02:19:57.981" v="501" actId="20577"/>
          <ac:spMkLst>
            <pc:docMk/>
            <pc:sldMk cId="2600626263" sldId="261"/>
            <ac:spMk id="4" creationId="{4DCC1966-F294-2182-4623-C9D63210357A}"/>
          </ac:spMkLst>
        </pc:spChg>
      </pc:sldChg>
      <pc:sldChg chg="addSp modSp">
        <pc:chgData name="2024_AI 嘉藤 潤" userId="S::c241006@ivy.ac.jp::f1e01ae7-0979-493a-b46c-88701c7d015a" providerId="AD" clId="Web-{E19A5F0D-6F78-DEF6-72F6-5C8DA82B0713}" dt="2026-03-09T02:30:14.777" v="635" actId="1076"/>
        <pc:sldMkLst>
          <pc:docMk/>
          <pc:sldMk cId="3454714156" sldId="263"/>
        </pc:sldMkLst>
        <pc:spChg chg="add mod">
          <ac:chgData name="2024_AI 嘉藤 潤" userId="S::c241006@ivy.ac.jp::f1e01ae7-0979-493a-b46c-88701c7d015a" providerId="AD" clId="Web-{E19A5F0D-6F78-DEF6-72F6-5C8DA82B0713}" dt="2026-03-09T02:29:16.087" v="607" actId="20577"/>
          <ac:spMkLst>
            <pc:docMk/>
            <pc:sldMk cId="3454714156" sldId="263"/>
            <ac:spMk id="3" creationId="{55AFCA90-5B6A-CF6E-EB7C-3CD6D07FF752}"/>
          </ac:spMkLst>
        </pc:spChg>
        <pc:spChg chg="add mod">
          <ac:chgData name="2024_AI 嘉藤 潤" userId="S::c241006@ivy.ac.jp::f1e01ae7-0979-493a-b46c-88701c7d015a" providerId="AD" clId="Web-{E19A5F0D-6F78-DEF6-72F6-5C8DA82B0713}" dt="2026-03-09T02:30:14.777" v="635" actId="1076"/>
          <ac:spMkLst>
            <pc:docMk/>
            <pc:sldMk cId="3454714156" sldId="263"/>
            <ac:spMk id="4" creationId="{4946ADA9-1374-A7E0-F9B1-54A7BD1D233D}"/>
          </ac:spMkLst>
        </pc:spChg>
      </pc:sldChg>
      <pc:sldChg chg="addSp modSp">
        <pc:chgData name="2024_AI 嘉藤 潤" userId="S::c241006@ivy.ac.jp::f1e01ae7-0979-493a-b46c-88701c7d015a" providerId="AD" clId="Web-{E19A5F0D-6F78-DEF6-72F6-5C8DA82B0713}" dt="2026-03-09T02:38:11.939" v="669" actId="20577"/>
        <pc:sldMkLst>
          <pc:docMk/>
          <pc:sldMk cId="3084172418" sldId="264"/>
        </pc:sldMkLst>
        <pc:spChg chg="add mod">
          <ac:chgData name="2024_AI 嘉藤 潤" userId="S::c241006@ivy.ac.jp::f1e01ae7-0979-493a-b46c-88701c7d015a" providerId="AD" clId="Web-{E19A5F0D-6F78-DEF6-72F6-5C8DA82B0713}" dt="2026-03-09T02:38:11.939" v="669" actId="20577"/>
          <ac:spMkLst>
            <pc:docMk/>
            <pc:sldMk cId="3084172418" sldId="264"/>
            <ac:spMk id="3" creationId="{3C3BC213-0E33-2714-645F-6EC23019961E}"/>
          </ac:spMkLst>
        </pc:spChg>
      </pc:sldChg>
      <pc:sldChg chg="modSp new">
        <pc:chgData name="2024_AI 嘉藤 潤" userId="S::c241006@ivy.ac.jp::f1e01ae7-0979-493a-b46c-88701c7d015a" providerId="AD" clId="Web-{E19A5F0D-6F78-DEF6-72F6-5C8DA82B0713}" dt="2026-03-09T02:32:54.632" v="648" actId="20577"/>
        <pc:sldMkLst>
          <pc:docMk/>
          <pc:sldMk cId="3050823287" sldId="266"/>
        </pc:sldMkLst>
        <pc:spChg chg="mod">
          <ac:chgData name="2024_AI 嘉藤 潤" userId="S::c241006@ivy.ac.jp::f1e01ae7-0979-493a-b46c-88701c7d015a" providerId="AD" clId="Web-{E19A5F0D-6F78-DEF6-72F6-5C8DA82B0713}" dt="2026-03-09T02:32:54.632" v="648" actId="20577"/>
          <ac:spMkLst>
            <pc:docMk/>
            <pc:sldMk cId="3050823287" sldId="266"/>
            <ac:spMk id="2" creationId="{047AA35F-D6F0-350E-C179-787AC0C27428}"/>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C9C7EAC-995D-42FD-8AE8-F6EAB5829A35}" type="datetimeFigureOut">
              <a:rPr kumimoji="1" lang="ja-JP" altLang="en-US" smtClean="0"/>
              <a:t>2026/3/10</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FD6B60A-76F0-450F-B5DA-31F34CAEA81D}" type="slidenum">
              <a:rPr kumimoji="1" lang="ja-JP" altLang="en-US" smtClean="0"/>
              <a:t>‹#›</a:t>
            </a:fld>
            <a:endParaRPr kumimoji="1" lang="ja-JP" altLang="en-US"/>
          </a:p>
        </p:txBody>
      </p:sp>
    </p:spTree>
    <p:extLst>
      <p:ext uri="{BB962C8B-B14F-4D97-AF65-F5344CB8AC3E}">
        <p14:creationId xmlns:p14="http://schemas.microsoft.com/office/powerpoint/2010/main" val="704837234"/>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CFD6B60A-76F0-450F-B5DA-31F34CAEA81D}" type="slidenum">
              <a:rPr kumimoji="1" lang="ja-JP" altLang="en-US" smtClean="0"/>
              <a:t>1</a:t>
            </a:fld>
            <a:endParaRPr kumimoji="1" lang="ja-JP" altLang="en-US"/>
          </a:p>
        </p:txBody>
      </p:sp>
    </p:spTree>
    <p:extLst>
      <p:ext uri="{BB962C8B-B14F-4D97-AF65-F5344CB8AC3E}">
        <p14:creationId xmlns:p14="http://schemas.microsoft.com/office/powerpoint/2010/main" val="22140965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CFD6B60A-76F0-450F-B5DA-31F34CAEA81D}" type="slidenum">
              <a:rPr kumimoji="1" lang="ja-JP" altLang="en-US" smtClean="0"/>
              <a:t>2</a:t>
            </a:fld>
            <a:endParaRPr kumimoji="1" lang="ja-JP" altLang="en-US"/>
          </a:p>
        </p:txBody>
      </p:sp>
    </p:spTree>
    <p:extLst>
      <p:ext uri="{BB962C8B-B14F-4D97-AF65-F5344CB8AC3E}">
        <p14:creationId xmlns:p14="http://schemas.microsoft.com/office/powerpoint/2010/main" val="14566259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en-US"/>
              <a:t>本システムは、個人経営スーパーの在庫管理業務を支援する</a:t>
            </a:r>
            <a:r>
              <a:rPr lang="en-US" altLang="ja-JP"/>
              <a:t>Web</a:t>
            </a:r>
            <a:r>
              <a:rPr lang="ja-JP" altLang="en-US"/>
              <a:t>システムです。</a:t>
            </a:r>
            <a:br>
              <a:rPr lang="ja-JP" altLang="en-US"/>
            </a:br>
            <a:r>
              <a:rPr lang="ja-JP" altLang="en-US"/>
              <a:t>商品情報、発注情報、入荷情報、在庫情報、廃棄情報を一元管理することを目的としています。</a:t>
            </a:r>
            <a:br>
              <a:rPr lang="ja-JP" altLang="en-US"/>
            </a:br>
            <a:r>
              <a:rPr lang="en-US" altLang="ja-JP"/>
              <a:t>JAN</a:t>
            </a:r>
            <a:r>
              <a:rPr lang="ja-JP" altLang="en-US"/>
              <a:t>コードを用いて商品を識別し、発注から在庫反映までの流れをシステムで管理できるようにしました。</a:t>
            </a:r>
            <a:br>
              <a:rPr lang="ja-JP" altLang="en-US"/>
            </a:br>
            <a:r>
              <a:rPr lang="ja-JP" altLang="en-US"/>
              <a:t>また、消費期限や賞味期限、期間限定の管理機能を持たせることで、期限切れ商品の見落とし防止にも対応しています。</a:t>
            </a:r>
            <a:br>
              <a:rPr lang="ja-JP" altLang="en-US"/>
            </a:br>
            <a:r>
              <a:rPr lang="ja-JP" altLang="en-US"/>
              <a:t>さらに、ユーザー権限によって操作可能な機能を制御できるようにしています。</a:t>
            </a:r>
          </a:p>
        </p:txBody>
      </p:sp>
      <p:sp>
        <p:nvSpPr>
          <p:cNvPr id="4" name="スライド番号プレースホルダー 3"/>
          <p:cNvSpPr>
            <a:spLocks noGrp="1"/>
          </p:cNvSpPr>
          <p:nvPr>
            <p:ph type="sldNum" sz="quarter" idx="5"/>
          </p:nvPr>
        </p:nvSpPr>
        <p:spPr/>
        <p:txBody>
          <a:bodyPr/>
          <a:lstStyle/>
          <a:p>
            <a:fld id="{CFD6B60A-76F0-450F-B5DA-31F34CAEA81D}" type="slidenum">
              <a:rPr kumimoji="1" lang="ja-JP" altLang="en-US" smtClean="0"/>
              <a:t>3</a:t>
            </a:fld>
            <a:endParaRPr kumimoji="1" lang="ja-JP" altLang="en-US"/>
          </a:p>
        </p:txBody>
      </p:sp>
    </p:spTree>
    <p:extLst>
      <p:ext uri="{BB962C8B-B14F-4D97-AF65-F5344CB8AC3E}">
        <p14:creationId xmlns:p14="http://schemas.microsoft.com/office/powerpoint/2010/main" val="37749803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en-US" dirty="0"/>
              <a:t>本システムの開発背景として、</a:t>
            </a:r>
            <a:endParaRPr lang="en-US" altLang="ja-JP" dirty="0"/>
          </a:p>
          <a:p>
            <a:r>
              <a:rPr lang="ja-JP" altLang="en-US" dirty="0"/>
              <a:t>個人経営のスーパーでは在庫管理を手作業で行うことが多くいことによる在庫管理のミス、</a:t>
            </a:r>
            <a:br>
              <a:rPr lang="ja-JP" altLang="en-US" dirty="0"/>
            </a:br>
            <a:r>
              <a:rPr lang="ja-JP" altLang="en-US" dirty="0"/>
              <a:t>在庫数の把握ミスや発注漏れ、期限切れ商品の見落としが発生する可能性があります。</a:t>
            </a:r>
            <a:endParaRPr lang="en-US" altLang="ja-JP" dirty="0"/>
          </a:p>
          <a:p>
            <a:r>
              <a:rPr lang="ja-JP" altLang="en-US" dirty="0"/>
              <a:t>さらには、廃棄商品の把握が難しいといったものがあげられます。</a:t>
            </a:r>
            <a:br>
              <a:rPr lang="ja-JP" altLang="en-US" dirty="0"/>
            </a:br>
            <a:r>
              <a:rPr lang="ja-JP" altLang="en-US" dirty="0"/>
              <a:t>そこで本システムでは、</a:t>
            </a:r>
            <a:endParaRPr lang="en-US" altLang="ja-JP" dirty="0"/>
          </a:p>
          <a:p>
            <a:r>
              <a:rPr lang="ja-JP" altLang="en-US" dirty="0"/>
              <a:t>在庫情報を一覧で確認できるようにして在庫情報の可視化、</a:t>
            </a:r>
            <a:br>
              <a:rPr lang="ja-JP" altLang="en-US" dirty="0"/>
            </a:br>
            <a:r>
              <a:rPr lang="ja-JP" altLang="en-US" dirty="0"/>
              <a:t>発注から入荷、在庫反映までの流れをシステム上で管理できるようにしました。</a:t>
            </a:r>
            <a:br>
              <a:rPr lang="ja-JP" altLang="en-US" dirty="0"/>
            </a:br>
            <a:r>
              <a:rPr lang="ja-JP" altLang="en-US" dirty="0"/>
              <a:t>また、期限管理や廃棄履歴の記録により、食品ロスの把握にも役立つようにしています。</a:t>
            </a:r>
            <a:endParaRPr kumimoji="1" lang="ja-JP" altLang="en-US" dirty="0"/>
          </a:p>
        </p:txBody>
      </p:sp>
      <p:sp>
        <p:nvSpPr>
          <p:cNvPr id="4" name="スライド番号プレースホルダー 3"/>
          <p:cNvSpPr>
            <a:spLocks noGrp="1"/>
          </p:cNvSpPr>
          <p:nvPr>
            <p:ph type="sldNum" sz="quarter" idx="5"/>
          </p:nvPr>
        </p:nvSpPr>
        <p:spPr/>
        <p:txBody>
          <a:bodyPr/>
          <a:lstStyle/>
          <a:p>
            <a:fld id="{CFD6B60A-76F0-450F-B5DA-31F34CAEA81D}" type="slidenum">
              <a:rPr kumimoji="1" lang="ja-JP" altLang="en-US" smtClean="0"/>
              <a:t>4</a:t>
            </a:fld>
            <a:endParaRPr kumimoji="1" lang="ja-JP" altLang="en-US"/>
          </a:p>
        </p:txBody>
      </p:sp>
    </p:spTree>
    <p:extLst>
      <p:ext uri="{BB962C8B-B14F-4D97-AF65-F5344CB8AC3E}">
        <p14:creationId xmlns:p14="http://schemas.microsoft.com/office/powerpoint/2010/main" val="42347410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a:t>こちらは、本システムが組み込まれる業務フローです。</a:t>
            </a:r>
            <a:br>
              <a:rPr lang="ja-JP" altLang="en-US"/>
            </a:br>
            <a:r>
              <a:rPr lang="ja-JP" altLang="en-US"/>
              <a:t>まず在庫一覧画面で商品の在庫状況を確認し、不足している商品を発注します。もし、商品が登録できていなければ商品登録画面で商品を登録できます。</a:t>
            </a:r>
            <a:br>
              <a:rPr lang="ja-JP" altLang="en-US"/>
            </a:br>
            <a:r>
              <a:rPr lang="ja-JP" altLang="en-US"/>
              <a:t>その後、商品を入荷する際に入荷処理を行うことで、在庫情報に反映されます。</a:t>
            </a:r>
            <a:br>
              <a:rPr lang="ja-JP" altLang="en-US"/>
            </a:br>
            <a:r>
              <a:rPr lang="ja-JP" altLang="en-US"/>
              <a:t>営業中や閉店後には在庫状況や期限情報を確認し、期限切れの商品があれば廃棄処理を行います。</a:t>
            </a:r>
            <a:br>
              <a:rPr lang="ja-JP" altLang="en-US"/>
            </a:br>
            <a:r>
              <a:rPr lang="ja-JP" altLang="en-US"/>
              <a:t>このように、本システムは商品の発注から廃棄までの流れを支援する仕組みとなっています。</a:t>
            </a:r>
          </a:p>
          <a:p>
            <a:endParaRPr kumimoji="1" lang="ja-JP" altLang="en-US"/>
          </a:p>
        </p:txBody>
      </p:sp>
      <p:sp>
        <p:nvSpPr>
          <p:cNvPr id="4" name="スライド番号プレースホルダー 3"/>
          <p:cNvSpPr>
            <a:spLocks noGrp="1"/>
          </p:cNvSpPr>
          <p:nvPr>
            <p:ph type="sldNum" sz="quarter" idx="5"/>
          </p:nvPr>
        </p:nvSpPr>
        <p:spPr/>
        <p:txBody>
          <a:bodyPr/>
          <a:lstStyle/>
          <a:p>
            <a:fld id="{CFD6B60A-76F0-450F-B5DA-31F34CAEA81D}" type="slidenum">
              <a:rPr kumimoji="1" lang="ja-JP" altLang="en-US" smtClean="0"/>
              <a:t>5</a:t>
            </a:fld>
            <a:endParaRPr kumimoji="1" lang="ja-JP" altLang="en-US"/>
          </a:p>
        </p:txBody>
      </p:sp>
    </p:spTree>
    <p:extLst>
      <p:ext uri="{BB962C8B-B14F-4D97-AF65-F5344CB8AC3E}">
        <p14:creationId xmlns:p14="http://schemas.microsoft.com/office/powerpoint/2010/main" val="26349154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sz="1200" kern="1200">
                <a:solidFill>
                  <a:schemeClr val="tx1"/>
                </a:solidFill>
                <a:effectLst/>
                <a:latin typeface="+mn-lt"/>
                <a:ea typeface="+mn-ea"/>
                <a:cs typeface="+mn-cs"/>
              </a:rPr>
              <a:t>・「ログイン」</a:t>
            </a:r>
            <a:endParaRPr kumimoji="1" lang="en-US" altLang="ja-JP" sz="1200" kern="1200">
              <a:solidFill>
                <a:schemeClr val="tx1"/>
              </a:solidFill>
              <a:effectLst/>
              <a:latin typeface="+mn-lt"/>
              <a:ea typeface="+mn-ea"/>
              <a:cs typeface="+mn-cs"/>
            </a:endParaRPr>
          </a:p>
          <a:p>
            <a:r>
              <a:rPr kumimoji="1" lang="ja-JP" altLang="en-US" sz="1200" kern="1200">
                <a:solidFill>
                  <a:schemeClr val="tx1"/>
                </a:solidFill>
                <a:effectLst/>
                <a:latin typeface="+mn-lt"/>
                <a:ea typeface="+mn-ea"/>
                <a:cs typeface="+mn-cs"/>
              </a:rPr>
              <a:t>　ユーザー</a:t>
            </a:r>
            <a:r>
              <a:rPr kumimoji="1" lang="en-US" altLang="ja-JP" sz="1200" kern="1200">
                <a:solidFill>
                  <a:schemeClr val="tx1"/>
                </a:solidFill>
                <a:effectLst/>
                <a:latin typeface="+mn-lt"/>
                <a:ea typeface="+mn-ea"/>
                <a:cs typeface="+mn-cs"/>
              </a:rPr>
              <a:t>ID</a:t>
            </a:r>
            <a:r>
              <a:rPr kumimoji="1" lang="ja-JP" altLang="en-US" sz="1200" kern="1200">
                <a:solidFill>
                  <a:schemeClr val="tx1"/>
                </a:solidFill>
                <a:effectLst/>
                <a:latin typeface="+mn-lt"/>
                <a:ea typeface="+mn-ea"/>
                <a:cs typeface="+mn-cs"/>
              </a:rPr>
              <a:t>とパスワードを入力することでログインできる</a:t>
            </a:r>
            <a:endParaRPr kumimoji="1" lang="en-US" altLang="ja-JP" sz="1200" kern="1200">
              <a:solidFill>
                <a:schemeClr val="tx1"/>
              </a:solidFill>
              <a:effectLst/>
              <a:latin typeface="+mn-lt"/>
              <a:ea typeface="+mn-ea"/>
              <a:cs typeface="+mn-cs"/>
            </a:endParaRPr>
          </a:p>
          <a:p>
            <a:endParaRPr kumimoji="1" lang="en-US" altLang="ja-JP" sz="1200" kern="1200">
              <a:solidFill>
                <a:schemeClr val="tx1"/>
              </a:solidFill>
              <a:effectLst/>
              <a:latin typeface="+mn-lt"/>
              <a:ea typeface="+mn-ea"/>
              <a:cs typeface="+mn-cs"/>
            </a:endParaRPr>
          </a:p>
          <a:p>
            <a:r>
              <a:rPr kumimoji="1" lang="ja-JP" altLang="en-US" sz="1200" kern="1200">
                <a:solidFill>
                  <a:schemeClr val="tx1"/>
                </a:solidFill>
                <a:effectLst/>
                <a:latin typeface="+mn-lt"/>
                <a:ea typeface="+mn-ea"/>
                <a:cs typeface="+mn-cs"/>
              </a:rPr>
              <a:t>・「ユーザー新規登録」</a:t>
            </a:r>
            <a:endParaRPr kumimoji="1" lang="en-US" altLang="ja-JP" sz="1200" kern="1200">
              <a:solidFill>
                <a:schemeClr val="tx1"/>
              </a:solidFill>
              <a:effectLst/>
              <a:latin typeface="+mn-lt"/>
              <a:ea typeface="+mn-ea"/>
              <a:cs typeface="+mn-cs"/>
            </a:endParaRPr>
          </a:p>
          <a:p>
            <a:r>
              <a:rPr kumimoji="1" lang="ja-JP" altLang="en-US" sz="1200" kern="1200">
                <a:solidFill>
                  <a:schemeClr val="tx1"/>
                </a:solidFill>
                <a:effectLst/>
                <a:latin typeface="+mn-lt"/>
                <a:ea typeface="+mn-ea"/>
                <a:cs typeface="+mn-cs"/>
              </a:rPr>
              <a:t>　新規ユーザーの権限・</a:t>
            </a:r>
            <a:r>
              <a:rPr kumimoji="1" lang="en-US" altLang="ja-JP" sz="1200" kern="1200">
                <a:solidFill>
                  <a:schemeClr val="tx1"/>
                </a:solidFill>
                <a:effectLst/>
                <a:latin typeface="+mn-lt"/>
                <a:ea typeface="+mn-ea"/>
                <a:cs typeface="+mn-cs"/>
              </a:rPr>
              <a:t>ID</a:t>
            </a:r>
            <a:r>
              <a:rPr kumimoji="1" lang="ja-JP" altLang="en-US" sz="1200" kern="1200">
                <a:solidFill>
                  <a:schemeClr val="tx1"/>
                </a:solidFill>
                <a:effectLst/>
                <a:latin typeface="+mn-lt"/>
                <a:ea typeface="+mn-ea"/>
                <a:cs typeface="+mn-cs"/>
              </a:rPr>
              <a:t>・パスワードを設定できる</a:t>
            </a:r>
            <a:endParaRPr kumimoji="1" lang="en-US" altLang="ja-JP" sz="1200" kern="1200">
              <a:solidFill>
                <a:schemeClr val="tx1"/>
              </a:solidFill>
              <a:effectLst/>
              <a:latin typeface="+mn-lt"/>
              <a:ea typeface="+mn-ea"/>
              <a:cs typeface="+mn-cs"/>
            </a:endParaRPr>
          </a:p>
          <a:p>
            <a:endParaRPr kumimoji="1" lang="en-US" altLang="ja-JP" sz="1200" kern="1200">
              <a:solidFill>
                <a:schemeClr val="tx1"/>
              </a:solidFill>
              <a:effectLst/>
              <a:latin typeface="+mn-lt"/>
              <a:ea typeface="+mn-ea"/>
              <a:cs typeface="+mn-cs"/>
            </a:endParaRPr>
          </a:p>
          <a:p>
            <a:r>
              <a:rPr kumimoji="1" lang="ja-JP" altLang="en-US" sz="1200" kern="1200">
                <a:solidFill>
                  <a:schemeClr val="tx1"/>
                </a:solidFill>
                <a:effectLst/>
                <a:latin typeface="+mn-lt"/>
                <a:ea typeface="+mn-ea"/>
                <a:cs typeface="+mn-cs"/>
              </a:rPr>
              <a:t>・「パスワード再設定」</a:t>
            </a:r>
            <a:endParaRPr kumimoji="1" lang="en-US" altLang="ja-JP" sz="1200" kern="1200">
              <a:solidFill>
                <a:schemeClr val="tx1"/>
              </a:solidFill>
              <a:effectLst/>
              <a:latin typeface="+mn-lt"/>
              <a:ea typeface="+mn-ea"/>
              <a:cs typeface="+mn-cs"/>
            </a:endParaRPr>
          </a:p>
          <a:p>
            <a:r>
              <a:rPr kumimoji="1" lang="ja-JP" altLang="en-US" sz="1200" kern="1200">
                <a:solidFill>
                  <a:schemeClr val="tx1"/>
                </a:solidFill>
                <a:effectLst/>
                <a:latin typeface="+mn-lt"/>
                <a:ea typeface="+mn-ea"/>
                <a:cs typeface="+mn-cs"/>
              </a:rPr>
              <a:t>　登録済みのユーザーのパスワードを再設定できる</a:t>
            </a:r>
            <a:endParaRPr kumimoji="1" lang="en-US" altLang="ja-JP" sz="1200" kern="1200">
              <a:solidFill>
                <a:schemeClr val="tx1"/>
              </a:solidFill>
              <a:effectLst/>
              <a:latin typeface="+mn-lt"/>
              <a:ea typeface="+mn-ea"/>
              <a:cs typeface="+mn-cs"/>
            </a:endParaRPr>
          </a:p>
          <a:p>
            <a:endParaRPr kumimoji="1" lang="en-US" altLang="ja-JP" sz="1200" kern="1200">
              <a:solidFill>
                <a:schemeClr val="tx1"/>
              </a:solidFill>
              <a:effectLst/>
              <a:latin typeface="+mn-lt"/>
              <a:ea typeface="+mn-ea"/>
              <a:cs typeface="+mn-cs"/>
            </a:endParaRPr>
          </a:p>
          <a:p>
            <a:r>
              <a:rPr kumimoji="1" lang="ja-JP" altLang="ja-JP" sz="1200" kern="1200">
                <a:solidFill>
                  <a:schemeClr val="tx1"/>
                </a:solidFill>
                <a:effectLst/>
                <a:latin typeface="+mn-lt"/>
                <a:ea typeface="+mn-ea"/>
                <a:cs typeface="+mn-cs"/>
              </a:rPr>
              <a:t>・「</a:t>
            </a:r>
            <a:r>
              <a:rPr kumimoji="1" lang="ja-JP" altLang="en-US" sz="1200" kern="1200">
                <a:solidFill>
                  <a:schemeClr val="tx1"/>
                </a:solidFill>
                <a:effectLst/>
                <a:latin typeface="+mn-lt"/>
                <a:ea typeface="+mn-ea"/>
                <a:cs typeface="+mn-cs"/>
              </a:rPr>
              <a:t>商品</a:t>
            </a:r>
            <a:r>
              <a:rPr kumimoji="1" lang="ja-JP" altLang="ja-JP" sz="1200" kern="1200">
                <a:solidFill>
                  <a:schemeClr val="tx1"/>
                </a:solidFill>
                <a:effectLst/>
                <a:latin typeface="+mn-lt"/>
                <a:ea typeface="+mn-ea"/>
                <a:cs typeface="+mn-cs"/>
              </a:rPr>
              <a:t>発注</a:t>
            </a:r>
            <a:r>
              <a:rPr kumimoji="1" lang="ja-JP" altLang="en-US" sz="1200" kern="1200">
                <a:solidFill>
                  <a:schemeClr val="tx1"/>
                </a:solidFill>
                <a:effectLst/>
                <a:latin typeface="+mn-lt"/>
                <a:ea typeface="+mn-ea"/>
                <a:cs typeface="+mn-cs"/>
              </a:rPr>
              <a:t>・追加・入荷・発注履歴閲覧</a:t>
            </a:r>
            <a:r>
              <a:rPr kumimoji="1" lang="ja-JP" altLang="ja-JP" sz="1200" kern="1200">
                <a:solidFill>
                  <a:schemeClr val="tx1"/>
                </a:solidFill>
                <a:effectLst/>
                <a:latin typeface="+mn-lt"/>
                <a:ea typeface="+mn-ea"/>
                <a:cs typeface="+mn-cs"/>
              </a:rPr>
              <a:t>」</a:t>
            </a:r>
          </a:p>
          <a:p>
            <a:r>
              <a:rPr kumimoji="1" lang="ja-JP" altLang="ja-JP" sz="1200" kern="1200">
                <a:solidFill>
                  <a:schemeClr val="tx1"/>
                </a:solidFill>
                <a:effectLst/>
                <a:latin typeface="+mn-lt"/>
                <a:ea typeface="+mn-ea"/>
                <a:cs typeface="+mn-cs"/>
              </a:rPr>
              <a:t>　発注したい商品情報を入力することで、該当商品の発注が可能となる。</a:t>
            </a:r>
          </a:p>
          <a:p>
            <a:r>
              <a:rPr kumimoji="1" lang="ja-JP" altLang="ja-JP" sz="1200" kern="1200">
                <a:solidFill>
                  <a:schemeClr val="tx1"/>
                </a:solidFill>
                <a:effectLst/>
                <a:latin typeface="+mn-lt"/>
                <a:ea typeface="+mn-ea"/>
                <a:cs typeface="+mn-cs"/>
              </a:rPr>
              <a:t>　商品追加画面で、新たに商品を登録することも可能。期間限定商品の設定も可能。</a:t>
            </a:r>
          </a:p>
          <a:p>
            <a:r>
              <a:rPr kumimoji="1" lang="ja-JP" altLang="ja-JP" sz="1200" kern="1200">
                <a:solidFill>
                  <a:schemeClr val="tx1"/>
                </a:solidFill>
                <a:effectLst/>
                <a:latin typeface="+mn-lt"/>
                <a:ea typeface="+mn-ea"/>
                <a:cs typeface="+mn-cs"/>
              </a:rPr>
              <a:t>　発注履歴から、発注した商品情報を閲覧することも可能</a:t>
            </a:r>
            <a:r>
              <a:rPr kumimoji="1" lang="ja-JP" altLang="en-US" sz="1200" kern="1200">
                <a:solidFill>
                  <a:schemeClr val="tx1"/>
                </a:solidFill>
                <a:effectLst/>
                <a:latin typeface="+mn-lt"/>
                <a:ea typeface="+mn-ea"/>
                <a:cs typeface="+mn-cs"/>
              </a:rPr>
              <a:t>。</a:t>
            </a:r>
            <a:endParaRPr kumimoji="1" lang="en-US" altLang="ja-JP" sz="1200" kern="1200">
              <a:solidFill>
                <a:schemeClr val="tx1"/>
              </a:solidFill>
              <a:effectLst/>
              <a:latin typeface="+mn-lt"/>
              <a:ea typeface="+mn-ea"/>
              <a:cs typeface="+mn-cs"/>
            </a:endParaRPr>
          </a:p>
          <a:p>
            <a:r>
              <a:rPr kumimoji="1" lang="ja-JP" altLang="en-US" sz="1200" kern="1200">
                <a:solidFill>
                  <a:schemeClr val="tx1"/>
                </a:solidFill>
                <a:effectLst/>
                <a:latin typeface="+mn-lt"/>
                <a:ea typeface="+mn-ea"/>
                <a:cs typeface="+mn-cs"/>
              </a:rPr>
              <a:t>　入荷処理画面から、発注した商品の入荷ができる。</a:t>
            </a:r>
            <a:endParaRPr kumimoji="1" lang="ja-JP" altLang="ja-JP" sz="1200" kern="1200">
              <a:solidFill>
                <a:schemeClr val="tx1"/>
              </a:solidFill>
              <a:effectLst/>
              <a:latin typeface="+mn-lt"/>
              <a:ea typeface="+mn-ea"/>
              <a:cs typeface="+mn-cs"/>
            </a:endParaRPr>
          </a:p>
          <a:p>
            <a:r>
              <a:rPr kumimoji="1" lang="en-US" altLang="ja-JP" sz="1200" kern="1200">
                <a:solidFill>
                  <a:schemeClr val="tx1"/>
                </a:solidFill>
                <a:effectLst/>
                <a:latin typeface="+mn-lt"/>
                <a:ea typeface="+mn-ea"/>
                <a:cs typeface="+mn-cs"/>
              </a:rPr>
              <a:t> </a:t>
            </a:r>
            <a:endParaRPr kumimoji="1" lang="ja-JP" altLang="ja-JP" sz="1200" kern="1200">
              <a:solidFill>
                <a:schemeClr val="tx1"/>
              </a:solidFill>
              <a:effectLst/>
              <a:latin typeface="+mn-lt"/>
              <a:ea typeface="+mn-ea"/>
              <a:cs typeface="+mn-cs"/>
            </a:endParaRPr>
          </a:p>
          <a:p>
            <a:r>
              <a:rPr kumimoji="1" lang="ja-JP" altLang="ja-JP" sz="1200" kern="1200">
                <a:solidFill>
                  <a:schemeClr val="tx1"/>
                </a:solidFill>
                <a:effectLst/>
                <a:latin typeface="+mn-lt"/>
                <a:ea typeface="+mn-ea"/>
                <a:cs typeface="+mn-cs"/>
              </a:rPr>
              <a:t>・「在庫情報</a:t>
            </a:r>
            <a:r>
              <a:rPr kumimoji="1" lang="ja-JP" altLang="en-US" sz="1200" kern="1200">
                <a:solidFill>
                  <a:schemeClr val="tx1"/>
                </a:solidFill>
                <a:effectLst/>
                <a:latin typeface="+mn-lt"/>
                <a:ea typeface="+mn-ea"/>
                <a:cs typeface="+mn-cs"/>
              </a:rPr>
              <a:t>一覧・編集</a:t>
            </a:r>
            <a:r>
              <a:rPr kumimoji="1" lang="ja-JP" altLang="ja-JP" sz="1200" kern="1200">
                <a:solidFill>
                  <a:schemeClr val="tx1"/>
                </a:solidFill>
                <a:effectLst/>
                <a:latin typeface="+mn-lt"/>
                <a:ea typeface="+mn-ea"/>
                <a:cs typeface="+mn-cs"/>
              </a:rPr>
              <a:t>」　</a:t>
            </a:r>
            <a:r>
              <a:rPr kumimoji="1" lang="en-US" altLang="ja-JP" sz="1200" kern="1200">
                <a:solidFill>
                  <a:schemeClr val="tx1"/>
                </a:solidFill>
                <a:effectLst/>
                <a:latin typeface="+mn-lt"/>
                <a:ea typeface="+mn-ea"/>
                <a:cs typeface="+mn-cs"/>
              </a:rPr>
              <a:t>※</a:t>
            </a:r>
            <a:r>
              <a:rPr kumimoji="1" lang="en-US" altLang="ja-JP" sz="1200" kern="1200" err="1">
                <a:solidFill>
                  <a:schemeClr val="tx1"/>
                </a:solidFill>
                <a:effectLst/>
                <a:latin typeface="+mn-lt"/>
                <a:ea typeface="+mn-ea"/>
                <a:cs typeface="+mn-cs"/>
              </a:rPr>
              <a:t>ptj</a:t>
            </a:r>
            <a:r>
              <a:rPr kumimoji="1" lang="ja-JP" altLang="ja-JP" sz="1200" kern="1200">
                <a:solidFill>
                  <a:schemeClr val="tx1"/>
                </a:solidFill>
                <a:effectLst/>
                <a:latin typeface="+mn-lt"/>
                <a:ea typeface="+mn-ea"/>
                <a:cs typeface="+mn-cs"/>
              </a:rPr>
              <a:t>アカウント</a:t>
            </a:r>
            <a:r>
              <a:rPr kumimoji="1" lang="en-US" altLang="ja-JP" sz="1200" kern="1200">
                <a:solidFill>
                  <a:schemeClr val="tx1"/>
                </a:solidFill>
                <a:effectLst/>
                <a:latin typeface="+mn-lt"/>
                <a:ea typeface="+mn-ea"/>
                <a:cs typeface="+mn-cs"/>
              </a:rPr>
              <a:t>(</a:t>
            </a:r>
            <a:r>
              <a:rPr kumimoji="1" lang="ja-JP" altLang="ja-JP" sz="1200" kern="1200">
                <a:solidFill>
                  <a:schemeClr val="tx1"/>
                </a:solidFill>
                <a:effectLst/>
                <a:latin typeface="+mn-lt"/>
                <a:ea typeface="+mn-ea"/>
                <a:cs typeface="+mn-cs"/>
              </a:rPr>
              <a:t>アルバイト</a:t>
            </a:r>
            <a:r>
              <a:rPr kumimoji="1" lang="en-US" altLang="ja-JP" sz="1200" kern="1200">
                <a:solidFill>
                  <a:schemeClr val="tx1"/>
                </a:solidFill>
                <a:effectLst/>
                <a:latin typeface="+mn-lt"/>
                <a:ea typeface="+mn-ea"/>
                <a:cs typeface="+mn-cs"/>
              </a:rPr>
              <a:t>/</a:t>
            </a:r>
            <a:r>
              <a:rPr kumimoji="1" lang="ja-JP" altLang="ja-JP" sz="1200" kern="1200">
                <a:solidFill>
                  <a:schemeClr val="tx1"/>
                </a:solidFill>
                <a:effectLst/>
                <a:latin typeface="+mn-lt"/>
                <a:ea typeface="+mn-ea"/>
                <a:cs typeface="+mn-cs"/>
              </a:rPr>
              <a:t>パート権限の場合、この画面にだけアクセス可能</a:t>
            </a:r>
            <a:r>
              <a:rPr kumimoji="1" lang="en-US" altLang="ja-JP" sz="1200" kern="1200">
                <a:solidFill>
                  <a:schemeClr val="tx1"/>
                </a:solidFill>
                <a:effectLst/>
                <a:latin typeface="+mn-lt"/>
                <a:ea typeface="+mn-ea"/>
                <a:cs typeface="+mn-cs"/>
              </a:rPr>
              <a:t>)</a:t>
            </a:r>
            <a:endParaRPr kumimoji="1" lang="ja-JP" altLang="ja-JP" sz="1200" kern="1200">
              <a:solidFill>
                <a:schemeClr val="tx1"/>
              </a:solidFill>
              <a:effectLst/>
              <a:latin typeface="+mn-lt"/>
              <a:ea typeface="+mn-ea"/>
              <a:cs typeface="+mn-cs"/>
            </a:endParaRPr>
          </a:p>
          <a:p>
            <a:r>
              <a:rPr kumimoji="1" lang="ja-JP" altLang="ja-JP" sz="1200" kern="1200">
                <a:solidFill>
                  <a:schemeClr val="tx1"/>
                </a:solidFill>
                <a:effectLst/>
                <a:latin typeface="+mn-lt"/>
                <a:ea typeface="+mn-ea"/>
                <a:cs typeface="+mn-cs"/>
              </a:rPr>
              <a:t>　登録されている商品の</a:t>
            </a:r>
            <a:r>
              <a:rPr kumimoji="1" lang="ja-JP" altLang="en-US" sz="1200" kern="1200">
                <a:solidFill>
                  <a:schemeClr val="tx1"/>
                </a:solidFill>
                <a:effectLst/>
                <a:latin typeface="+mn-lt"/>
                <a:ea typeface="+mn-ea"/>
                <a:cs typeface="+mn-cs"/>
              </a:rPr>
              <a:t>情報</a:t>
            </a:r>
            <a:r>
              <a:rPr kumimoji="1" lang="ja-JP" altLang="ja-JP" sz="1200" kern="1200">
                <a:solidFill>
                  <a:schemeClr val="tx1"/>
                </a:solidFill>
                <a:effectLst/>
                <a:latin typeface="+mn-lt"/>
                <a:ea typeface="+mn-ea"/>
                <a:cs typeface="+mn-cs"/>
              </a:rPr>
              <a:t>が確認可能。</a:t>
            </a:r>
          </a:p>
          <a:p>
            <a:r>
              <a:rPr kumimoji="1" lang="ja-JP" altLang="ja-JP" sz="1200" kern="1200">
                <a:solidFill>
                  <a:schemeClr val="tx1"/>
                </a:solidFill>
                <a:effectLst/>
                <a:latin typeface="+mn-lt"/>
                <a:ea typeface="+mn-ea"/>
                <a:cs typeface="+mn-cs"/>
              </a:rPr>
              <a:t>　期間限定商品の期限</a:t>
            </a:r>
            <a:r>
              <a:rPr kumimoji="1" lang="ja-JP" altLang="en-US" sz="1200" kern="1200">
                <a:solidFill>
                  <a:schemeClr val="tx1"/>
                </a:solidFill>
                <a:effectLst/>
                <a:latin typeface="+mn-lt"/>
                <a:ea typeface="+mn-ea"/>
                <a:cs typeface="+mn-cs"/>
              </a:rPr>
              <a:t>・</a:t>
            </a:r>
            <a:r>
              <a:rPr kumimoji="1" lang="ja-JP" altLang="ja-JP" sz="1200" kern="1200">
                <a:solidFill>
                  <a:schemeClr val="tx1"/>
                </a:solidFill>
                <a:effectLst/>
                <a:latin typeface="+mn-lt"/>
                <a:ea typeface="+mn-ea"/>
                <a:cs typeface="+mn-cs"/>
              </a:rPr>
              <a:t>消費</a:t>
            </a:r>
            <a:r>
              <a:rPr kumimoji="1" lang="ja-JP" altLang="en-US" sz="1200" kern="1200">
                <a:solidFill>
                  <a:schemeClr val="tx1"/>
                </a:solidFill>
                <a:effectLst/>
                <a:latin typeface="+mn-lt"/>
                <a:ea typeface="+mn-ea"/>
                <a:cs typeface="+mn-cs"/>
              </a:rPr>
              <a:t>期限</a:t>
            </a:r>
            <a:r>
              <a:rPr kumimoji="1" lang="ja-JP" altLang="ja-JP" sz="1200" kern="1200">
                <a:solidFill>
                  <a:schemeClr val="tx1"/>
                </a:solidFill>
                <a:effectLst/>
                <a:latin typeface="+mn-lt"/>
                <a:ea typeface="+mn-ea"/>
                <a:cs typeface="+mn-cs"/>
              </a:rPr>
              <a:t>・賞味期限</a:t>
            </a:r>
            <a:r>
              <a:rPr kumimoji="1" lang="ja-JP" altLang="en-US" sz="1200" kern="1200">
                <a:solidFill>
                  <a:schemeClr val="tx1"/>
                </a:solidFill>
                <a:effectLst/>
                <a:latin typeface="+mn-lt"/>
                <a:ea typeface="+mn-ea"/>
                <a:cs typeface="+mn-cs"/>
              </a:rPr>
              <a:t>・期限切れ商品</a:t>
            </a:r>
            <a:r>
              <a:rPr kumimoji="1" lang="ja-JP" altLang="ja-JP" sz="1200" kern="1200">
                <a:solidFill>
                  <a:schemeClr val="tx1"/>
                </a:solidFill>
                <a:effectLst/>
                <a:latin typeface="+mn-lt"/>
                <a:ea typeface="+mn-ea"/>
                <a:cs typeface="+mn-cs"/>
              </a:rPr>
              <a:t>の確認と廃棄が可能。</a:t>
            </a:r>
            <a:endParaRPr kumimoji="1" lang="en-US" altLang="ja-JP" sz="1200" kern="1200">
              <a:solidFill>
                <a:schemeClr val="tx1"/>
              </a:solidFill>
              <a:effectLst/>
              <a:latin typeface="+mn-lt"/>
              <a:ea typeface="+mn-ea"/>
              <a:cs typeface="+mn-cs"/>
            </a:endParaRPr>
          </a:p>
          <a:p>
            <a:r>
              <a:rPr kumimoji="1" lang="ja-JP" altLang="en-US" sz="1200" kern="1200">
                <a:solidFill>
                  <a:schemeClr val="tx1"/>
                </a:solidFill>
                <a:effectLst/>
                <a:latin typeface="+mn-lt"/>
                <a:ea typeface="+mn-ea"/>
                <a:cs typeface="+mn-cs"/>
              </a:rPr>
              <a:t>　商品情報の編集が可能。</a:t>
            </a:r>
            <a:endParaRPr kumimoji="1" lang="en-US" altLang="ja-JP" sz="1200" kern="1200">
              <a:solidFill>
                <a:schemeClr val="tx1"/>
              </a:solidFill>
              <a:effectLst/>
              <a:latin typeface="+mn-lt"/>
              <a:ea typeface="+mn-ea"/>
              <a:cs typeface="+mn-cs"/>
            </a:endParaRPr>
          </a:p>
          <a:p>
            <a:endParaRPr kumimoji="1" lang="ja-JP" altLang="ja-JP" sz="1200" kern="1200">
              <a:solidFill>
                <a:schemeClr val="tx1"/>
              </a:solidFill>
              <a:effectLst/>
              <a:latin typeface="+mn-lt"/>
              <a:ea typeface="+mn-ea"/>
              <a:cs typeface="+mn-cs"/>
            </a:endParaRPr>
          </a:p>
          <a:p>
            <a:r>
              <a:rPr kumimoji="1" lang="ja-JP" altLang="ja-JP" sz="1200" kern="1200">
                <a:solidFill>
                  <a:schemeClr val="tx1"/>
                </a:solidFill>
                <a:effectLst/>
                <a:latin typeface="+mn-lt"/>
                <a:ea typeface="+mn-ea"/>
                <a:cs typeface="+mn-cs"/>
              </a:rPr>
              <a:t>・「廃棄情報」</a:t>
            </a:r>
          </a:p>
          <a:p>
            <a:r>
              <a:rPr kumimoji="1" lang="ja-JP" altLang="ja-JP" sz="1200" kern="1200">
                <a:solidFill>
                  <a:schemeClr val="tx1"/>
                </a:solidFill>
                <a:effectLst/>
                <a:latin typeface="+mn-lt"/>
                <a:ea typeface="+mn-ea"/>
                <a:cs typeface="+mn-cs"/>
              </a:rPr>
              <a:t>　在庫情報画面で、廃棄処理を行った商品の履歴が確認可能。</a:t>
            </a:r>
          </a:p>
          <a:p>
            <a:r>
              <a:rPr kumimoji="1" lang="en-US" altLang="ja-JP" sz="1200" kern="1200">
                <a:solidFill>
                  <a:schemeClr val="tx1"/>
                </a:solidFill>
                <a:effectLst/>
                <a:latin typeface="+mn-lt"/>
                <a:ea typeface="+mn-ea"/>
                <a:cs typeface="+mn-cs"/>
              </a:rPr>
              <a:t> </a:t>
            </a:r>
            <a:endParaRPr kumimoji="1" lang="ja-JP" altLang="ja-JP" sz="1200" kern="1200">
              <a:solidFill>
                <a:schemeClr val="tx1"/>
              </a:solidFill>
              <a:effectLst/>
              <a:latin typeface="+mn-lt"/>
              <a:ea typeface="+mn-ea"/>
              <a:cs typeface="+mn-cs"/>
            </a:endParaRPr>
          </a:p>
          <a:p>
            <a:r>
              <a:rPr kumimoji="1" lang="ja-JP" altLang="ja-JP" sz="1200" kern="1200">
                <a:solidFill>
                  <a:schemeClr val="tx1"/>
                </a:solidFill>
                <a:effectLst/>
                <a:latin typeface="+mn-lt"/>
                <a:ea typeface="+mn-ea"/>
                <a:cs typeface="+mn-cs"/>
              </a:rPr>
              <a:t>・「ユーザー管理」</a:t>
            </a:r>
            <a:r>
              <a:rPr kumimoji="1" lang="en-US" altLang="ja-JP" sz="1200" kern="1200">
                <a:solidFill>
                  <a:schemeClr val="tx1"/>
                </a:solidFill>
                <a:effectLst/>
                <a:latin typeface="+mn-lt"/>
                <a:ea typeface="+mn-ea"/>
                <a:cs typeface="+mn-cs"/>
              </a:rPr>
              <a:t>  ※</a:t>
            </a:r>
            <a:r>
              <a:rPr kumimoji="1" lang="en-US" altLang="ja-JP" sz="1200" kern="1200" err="1">
                <a:solidFill>
                  <a:schemeClr val="tx1"/>
                </a:solidFill>
                <a:effectLst/>
                <a:latin typeface="+mn-lt"/>
                <a:ea typeface="+mn-ea"/>
                <a:cs typeface="+mn-cs"/>
              </a:rPr>
              <a:t>mng</a:t>
            </a:r>
            <a:r>
              <a:rPr kumimoji="1" lang="ja-JP" altLang="ja-JP" sz="1200" kern="1200">
                <a:solidFill>
                  <a:schemeClr val="tx1"/>
                </a:solidFill>
                <a:effectLst/>
                <a:latin typeface="+mn-lt"/>
                <a:ea typeface="+mn-ea"/>
                <a:cs typeface="+mn-cs"/>
              </a:rPr>
              <a:t>アカウント</a:t>
            </a:r>
            <a:r>
              <a:rPr kumimoji="1" lang="en-US" altLang="ja-JP" sz="1200" kern="1200">
                <a:solidFill>
                  <a:schemeClr val="tx1"/>
                </a:solidFill>
                <a:effectLst/>
                <a:latin typeface="+mn-lt"/>
                <a:ea typeface="+mn-ea"/>
                <a:cs typeface="+mn-cs"/>
              </a:rPr>
              <a:t>(</a:t>
            </a:r>
            <a:r>
              <a:rPr kumimoji="1" lang="ja-JP" altLang="ja-JP" sz="1200" kern="1200">
                <a:solidFill>
                  <a:schemeClr val="tx1"/>
                </a:solidFill>
                <a:effectLst/>
                <a:latin typeface="+mn-lt"/>
                <a:ea typeface="+mn-ea"/>
                <a:cs typeface="+mn-cs"/>
              </a:rPr>
              <a:t>店長権限を持ったアカウント限定</a:t>
            </a:r>
            <a:r>
              <a:rPr kumimoji="1" lang="en-US" altLang="ja-JP" sz="1200" kern="1200">
                <a:solidFill>
                  <a:schemeClr val="tx1"/>
                </a:solidFill>
                <a:effectLst/>
                <a:latin typeface="+mn-lt"/>
                <a:ea typeface="+mn-ea"/>
                <a:cs typeface="+mn-cs"/>
              </a:rPr>
              <a:t>)</a:t>
            </a:r>
            <a:endParaRPr kumimoji="1" lang="ja-JP" altLang="ja-JP" sz="1200" kern="1200">
              <a:solidFill>
                <a:schemeClr val="tx1"/>
              </a:solidFill>
              <a:effectLst/>
              <a:latin typeface="+mn-lt"/>
              <a:ea typeface="+mn-ea"/>
              <a:cs typeface="+mn-cs"/>
            </a:endParaRPr>
          </a:p>
          <a:p>
            <a:r>
              <a:rPr kumimoji="1" lang="ja-JP" altLang="ja-JP" sz="1200" kern="1200">
                <a:solidFill>
                  <a:schemeClr val="tx1"/>
                </a:solidFill>
                <a:effectLst/>
                <a:latin typeface="+mn-lt"/>
                <a:ea typeface="+mn-ea"/>
                <a:cs typeface="+mn-cs"/>
              </a:rPr>
              <a:t>　データベースに登録されているアカウント</a:t>
            </a:r>
            <a:r>
              <a:rPr kumimoji="1" lang="ja-JP" altLang="en-US" sz="1200" kern="1200">
                <a:solidFill>
                  <a:schemeClr val="tx1"/>
                </a:solidFill>
                <a:effectLst/>
                <a:latin typeface="+mn-lt"/>
                <a:ea typeface="+mn-ea"/>
                <a:cs typeface="+mn-cs"/>
              </a:rPr>
              <a:t>情報（権限・</a:t>
            </a:r>
            <a:r>
              <a:rPr kumimoji="1" lang="en-US" altLang="ja-JP" sz="1200" kern="1200">
                <a:solidFill>
                  <a:schemeClr val="tx1"/>
                </a:solidFill>
                <a:effectLst/>
                <a:latin typeface="+mn-lt"/>
                <a:ea typeface="+mn-ea"/>
                <a:cs typeface="+mn-cs"/>
              </a:rPr>
              <a:t>ID</a:t>
            </a:r>
            <a:r>
              <a:rPr kumimoji="1" lang="ja-JP" altLang="en-US" sz="1200" kern="1200">
                <a:solidFill>
                  <a:schemeClr val="tx1"/>
                </a:solidFill>
                <a:effectLst/>
                <a:latin typeface="+mn-lt"/>
                <a:ea typeface="+mn-ea"/>
                <a:cs typeface="+mn-cs"/>
              </a:rPr>
              <a:t>）</a:t>
            </a:r>
            <a:r>
              <a:rPr kumimoji="1" lang="ja-JP" altLang="ja-JP" sz="1200" kern="1200">
                <a:solidFill>
                  <a:schemeClr val="tx1"/>
                </a:solidFill>
                <a:effectLst/>
                <a:latin typeface="+mn-lt"/>
                <a:ea typeface="+mn-ea"/>
                <a:cs typeface="+mn-cs"/>
              </a:rPr>
              <a:t>一覧を表示。</a:t>
            </a:r>
          </a:p>
          <a:p>
            <a:r>
              <a:rPr kumimoji="1" lang="ja-JP" altLang="ja-JP" sz="1200" kern="1200">
                <a:solidFill>
                  <a:schemeClr val="tx1"/>
                </a:solidFill>
                <a:effectLst/>
                <a:latin typeface="+mn-lt"/>
                <a:ea typeface="+mn-ea"/>
                <a:cs typeface="+mn-cs"/>
              </a:rPr>
              <a:t>　選択したアカウントの削除が可能。複数削除も可能。</a:t>
            </a:r>
          </a:p>
          <a:p>
            <a:r>
              <a:rPr kumimoji="1" lang="ja-JP" altLang="ja-JP" sz="1200" kern="1200">
                <a:solidFill>
                  <a:schemeClr val="tx1"/>
                </a:solidFill>
                <a:effectLst/>
                <a:latin typeface="+mn-lt"/>
                <a:ea typeface="+mn-ea"/>
                <a:cs typeface="+mn-cs"/>
              </a:rPr>
              <a:t>　操作欄の「編集」ボタンを押すことで、該当アカウントの権限・</a:t>
            </a:r>
            <a:r>
              <a:rPr kumimoji="1" lang="en-US" altLang="ja-JP" sz="1200" kern="1200">
                <a:solidFill>
                  <a:schemeClr val="tx1"/>
                </a:solidFill>
                <a:effectLst/>
                <a:latin typeface="+mn-lt"/>
                <a:ea typeface="+mn-ea"/>
                <a:cs typeface="+mn-cs"/>
              </a:rPr>
              <a:t>ID</a:t>
            </a:r>
            <a:r>
              <a:rPr kumimoji="1" lang="ja-JP" altLang="ja-JP" sz="1200" kern="1200">
                <a:solidFill>
                  <a:schemeClr val="tx1"/>
                </a:solidFill>
                <a:effectLst/>
                <a:latin typeface="+mn-lt"/>
                <a:ea typeface="+mn-ea"/>
                <a:cs typeface="+mn-cs"/>
              </a:rPr>
              <a:t>が変更可能。</a:t>
            </a:r>
          </a:p>
          <a:p>
            <a:endParaRPr kumimoji="1" lang="ja-JP" altLang="en-US"/>
          </a:p>
        </p:txBody>
      </p:sp>
      <p:sp>
        <p:nvSpPr>
          <p:cNvPr id="4" name="スライド番号プレースホルダー 3"/>
          <p:cNvSpPr>
            <a:spLocks noGrp="1"/>
          </p:cNvSpPr>
          <p:nvPr>
            <p:ph type="sldNum" sz="quarter" idx="5"/>
          </p:nvPr>
        </p:nvSpPr>
        <p:spPr/>
        <p:txBody>
          <a:bodyPr/>
          <a:lstStyle/>
          <a:p>
            <a:fld id="{CFD6B60A-76F0-450F-B5DA-31F34CAEA81D}" type="slidenum">
              <a:rPr kumimoji="1" lang="ja-JP" altLang="en-US" smtClean="0"/>
              <a:t>6</a:t>
            </a:fld>
            <a:endParaRPr kumimoji="1" lang="ja-JP" altLang="en-US"/>
          </a:p>
        </p:txBody>
      </p:sp>
    </p:spTree>
    <p:extLst>
      <p:ext uri="{BB962C8B-B14F-4D97-AF65-F5344CB8AC3E}">
        <p14:creationId xmlns:p14="http://schemas.microsoft.com/office/powerpoint/2010/main" val="3168150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システム構成。</a:t>
            </a:r>
            <a:endParaRPr kumimoji="1" lang="en-US" altLang="ja-JP"/>
          </a:p>
          <a:p>
            <a:r>
              <a:rPr kumimoji="1" lang="en-US" altLang="ja-JP"/>
              <a:t>PHP</a:t>
            </a:r>
            <a:r>
              <a:rPr kumimoji="1" lang="ja-JP" altLang="en-US"/>
              <a:t>ファイルで主にバックエンド処理を行い、</a:t>
            </a:r>
            <a:r>
              <a:rPr kumimoji="1" lang="en-US" altLang="ja-JP"/>
              <a:t>HTML</a:t>
            </a:r>
            <a:r>
              <a:rPr kumimoji="1" lang="ja-JP" altLang="en-US"/>
              <a:t>で利用者</a:t>
            </a:r>
            <a:r>
              <a:rPr kumimoji="1" lang="en-US" altLang="ja-JP"/>
              <a:t>(</a:t>
            </a:r>
            <a:r>
              <a:rPr kumimoji="1" lang="ja-JP" altLang="en-US"/>
              <a:t>ユーザー</a:t>
            </a:r>
            <a:r>
              <a:rPr kumimoji="1" lang="en-US" altLang="ja-JP"/>
              <a:t>)</a:t>
            </a:r>
            <a:r>
              <a:rPr kumimoji="1" lang="ja-JP" altLang="en-US"/>
              <a:t>が使用する領域を表示する。</a:t>
            </a:r>
            <a:endParaRPr kumimoji="1" lang="en-US" altLang="ja-JP"/>
          </a:p>
          <a:p>
            <a:r>
              <a:rPr kumimoji="1" lang="ja-JP" altLang="en-US"/>
              <a:t>今回は</a:t>
            </a:r>
            <a:r>
              <a:rPr kumimoji="1" lang="en-US" altLang="ja-JP"/>
              <a:t>PHP</a:t>
            </a:r>
            <a:r>
              <a:rPr kumimoji="1" lang="ja-JP" altLang="en-US"/>
              <a:t>ファイルの内部に</a:t>
            </a:r>
            <a:r>
              <a:rPr kumimoji="1" lang="en-US" altLang="ja-JP"/>
              <a:t>HTML</a:t>
            </a:r>
            <a:r>
              <a:rPr kumimoji="1" lang="ja-JP" altLang="en-US"/>
              <a:t>コードを併記している。</a:t>
            </a:r>
            <a:endParaRPr kumimoji="1" lang="en-US" altLang="ja-JP"/>
          </a:p>
          <a:p>
            <a:endParaRPr kumimoji="1" lang="en-US" altLang="ja-JP"/>
          </a:p>
          <a:p>
            <a:r>
              <a:rPr kumimoji="1" lang="ja-JP" altLang="en-US"/>
              <a:t>使用した言語は、今まで授業で取り扱ってきた言語を使用しデーターベース接続は</a:t>
            </a:r>
            <a:r>
              <a:rPr kumimoji="1" lang="en-US" altLang="ja-JP"/>
              <a:t>XAMPP</a:t>
            </a:r>
            <a:r>
              <a:rPr kumimoji="1" lang="ja-JP" altLang="en-US"/>
              <a:t>を使用した。</a:t>
            </a:r>
            <a:endParaRPr kumimoji="1" lang="en-US" altLang="ja-JP"/>
          </a:p>
          <a:p>
            <a:endParaRPr kumimoji="1" lang="en-US" altLang="ja-JP"/>
          </a:p>
          <a:p>
            <a:endParaRPr kumimoji="1" lang="en-US" altLang="ja-JP"/>
          </a:p>
          <a:p>
            <a:endParaRPr kumimoji="1" lang="ja-JP" altLang="en-US"/>
          </a:p>
        </p:txBody>
      </p:sp>
      <p:sp>
        <p:nvSpPr>
          <p:cNvPr id="4" name="スライド番号プレースホルダー 3"/>
          <p:cNvSpPr>
            <a:spLocks noGrp="1"/>
          </p:cNvSpPr>
          <p:nvPr>
            <p:ph type="sldNum" sz="quarter" idx="5"/>
          </p:nvPr>
        </p:nvSpPr>
        <p:spPr/>
        <p:txBody>
          <a:bodyPr/>
          <a:lstStyle/>
          <a:p>
            <a:fld id="{CFD6B60A-76F0-450F-B5DA-31F34CAEA81D}" type="slidenum">
              <a:rPr kumimoji="1" lang="ja-JP" altLang="en-US" smtClean="0"/>
              <a:t>7</a:t>
            </a:fld>
            <a:endParaRPr kumimoji="1" lang="ja-JP" altLang="en-US"/>
          </a:p>
        </p:txBody>
      </p:sp>
    </p:spTree>
    <p:extLst>
      <p:ext uri="{BB962C8B-B14F-4D97-AF65-F5344CB8AC3E}">
        <p14:creationId xmlns:p14="http://schemas.microsoft.com/office/powerpoint/2010/main" val="236158676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操作＝東島</a:t>
            </a:r>
            <a:endParaRPr kumimoji="1" lang="en-US" altLang="ja-JP"/>
          </a:p>
          <a:p>
            <a:endParaRPr kumimoji="1" lang="en-US" altLang="ja-JP"/>
          </a:p>
          <a:p>
            <a:r>
              <a:rPr kumimoji="1" lang="ja-JP" altLang="en-US"/>
              <a:t>画面説明＝嘉藤</a:t>
            </a:r>
          </a:p>
        </p:txBody>
      </p:sp>
      <p:sp>
        <p:nvSpPr>
          <p:cNvPr id="4" name="スライド番号プレースホルダー 3"/>
          <p:cNvSpPr>
            <a:spLocks noGrp="1"/>
          </p:cNvSpPr>
          <p:nvPr>
            <p:ph type="sldNum" sz="quarter" idx="5"/>
          </p:nvPr>
        </p:nvSpPr>
        <p:spPr/>
        <p:txBody>
          <a:bodyPr/>
          <a:lstStyle/>
          <a:p>
            <a:fld id="{CFD6B60A-76F0-450F-B5DA-31F34CAEA81D}" type="slidenum">
              <a:rPr kumimoji="1" lang="ja-JP" altLang="en-US" smtClean="0"/>
              <a:t>8</a:t>
            </a:fld>
            <a:endParaRPr kumimoji="1" lang="ja-JP" altLang="en-US"/>
          </a:p>
        </p:txBody>
      </p:sp>
    </p:spTree>
    <p:extLst>
      <p:ext uri="{BB962C8B-B14F-4D97-AF65-F5344CB8AC3E}">
        <p14:creationId xmlns:p14="http://schemas.microsoft.com/office/powerpoint/2010/main" val="63676217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今回開発したシステムにおいて、特に工夫した点として商品発注業務の際に</a:t>
            </a:r>
            <a:r>
              <a:rPr kumimoji="1" lang="en-US" altLang="ja-JP" dirty="0"/>
              <a:t>JAN</a:t>
            </a:r>
            <a:r>
              <a:rPr kumimoji="1" lang="ja-JP" altLang="en-US" dirty="0"/>
              <a:t>コードを入力する場面で、</a:t>
            </a:r>
            <a:r>
              <a:rPr kumimoji="1" lang="en-US" altLang="ja-JP" dirty="0"/>
              <a:t>JAN</a:t>
            </a:r>
            <a:r>
              <a:rPr kumimoji="1" lang="ja-JP" altLang="en-US" dirty="0"/>
              <a:t>コードの自動補完機能を導入することによって利用者の手間を少なくさせる意図があった、</a:t>
            </a:r>
            <a:endParaRPr kumimoji="1" lang="en-US" altLang="ja-JP" dirty="0"/>
          </a:p>
          <a:p>
            <a:r>
              <a:rPr kumimoji="1" lang="ja-JP" altLang="en-US" dirty="0"/>
              <a:t>また、権限チェック機能を導入することにより店舗で従事している店長などの業務内容の役割の差別化を明確にシステム機能として搭載できた。</a:t>
            </a:r>
            <a:endParaRPr kumimoji="1" lang="en-US" altLang="ja-JP" dirty="0"/>
          </a:p>
          <a:p>
            <a:endParaRPr kumimoji="1" lang="en-US" altLang="ja-JP" dirty="0"/>
          </a:p>
          <a:p>
            <a:r>
              <a:rPr kumimoji="1" lang="ja-JP" altLang="en-US" dirty="0"/>
              <a:t>今後の反省点としては、まずシステム全体における</a:t>
            </a:r>
            <a:r>
              <a:rPr kumimoji="1" lang="en-US" altLang="ja-JP" dirty="0"/>
              <a:t>UI</a:t>
            </a:r>
            <a:r>
              <a:rPr kumimoji="1" lang="ja-JP" altLang="en-US" dirty="0" err="1"/>
              <a:t>の統</a:t>
            </a:r>
            <a:r>
              <a:rPr kumimoji="1" lang="ja-JP" altLang="en-US" dirty="0"/>
              <a:t>一である。ページによって挙動が違って見えたり、色味の統一性がなく視認性が大幅に低下していることで、利用者にとって使いづらくなってしまいそうなデザインになった。そして、今回は</a:t>
            </a:r>
            <a:r>
              <a:rPr kumimoji="1" lang="en-US" altLang="ja-JP" dirty="0"/>
              <a:t>PC</a:t>
            </a:r>
            <a:r>
              <a:rPr kumimoji="1" lang="ja-JP" altLang="en-US" dirty="0" err="1"/>
              <a:t>での</a:t>
            </a:r>
            <a:r>
              <a:rPr kumimoji="1" lang="ja-JP" altLang="en-US" dirty="0"/>
              <a:t>表示がメインとなっているが、本来はタブレット端末でのシステム運用を想定していたので、レスポンシブデザインまで手が回らなかったことが第二の反省点です。</a:t>
            </a:r>
            <a:endParaRPr kumimoji="1" lang="en-US" altLang="ja-JP" dirty="0"/>
          </a:p>
          <a:p>
            <a:endParaRPr kumimoji="1" lang="en-US" altLang="ja-JP" dirty="0"/>
          </a:p>
          <a:p>
            <a:r>
              <a:rPr kumimoji="1" lang="ja-JP" altLang="en-US" dirty="0"/>
              <a:t>また、発注画面において定番商品などの恒久的商品を発注する際に、在庫がなくなった場合に逐一手動で発注処理を行わなければいけない仕様になっているが、本来であればそういった商品向けに定期発注機能を導入しボタンを押すだけで発注処理が行われる仕様にしたかった。</a:t>
            </a:r>
            <a:endParaRPr kumimoji="1" lang="en-US" altLang="ja-JP" dirty="0"/>
          </a:p>
          <a:p>
            <a:endParaRPr kumimoji="1" lang="en-US" altLang="ja-JP" dirty="0"/>
          </a:p>
          <a:p>
            <a:r>
              <a:rPr kumimoji="1" lang="ja-JP" altLang="en-US" dirty="0"/>
              <a:t>また、個数管理画面の設計することで在庫管理画面でバラバラに表示されていた個数を商品のそれぞれの全体個数を</a:t>
            </a:r>
            <a:r>
              <a:rPr kumimoji="1" lang="ja-JP" altLang="en-US"/>
              <a:t>表示出来る画面の実装が出来なかったことです。</a:t>
            </a:r>
            <a:endParaRPr kumimoji="1" lang="en-US" altLang="ja-JP" dirty="0"/>
          </a:p>
          <a:p>
            <a:endParaRPr kumimoji="1" lang="en-US" altLang="ja-JP" dirty="0"/>
          </a:p>
          <a:p>
            <a:r>
              <a:rPr kumimoji="1" lang="ja-JP" altLang="en-US" dirty="0"/>
              <a:t>売上率のグラフに関しては、開発段階ではなくシステムの大核が完成したのちに気づいた機能として挙がり今回は時間数的に間に合わない可能性が高いと考えられるので、次回のシステム開発に時間があれば導入すべき仕様であると考えた。</a:t>
            </a:r>
            <a:endParaRPr kumimoji="1" lang="en-US" altLang="ja-JP" dirty="0"/>
          </a:p>
        </p:txBody>
      </p:sp>
      <p:sp>
        <p:nvSpPr>
          <p:cNvPr id="4" name="スライド番号プレースホルダー 3"/>
          <p:cNvSpPr>
            <a:spLocks noGrp="1"/>
          </p:cNvSpPr>
          <p:nvPr>
            <p:ph type="sldNum" sz="quarter" idx="5"/>
          </p:nvPr>
        </p:nvSpPr>
        <p:spPr/>
        <p:txBody>
          <a:bodyPr/>
          <a:lstStyle/>
          <a:p>
            <a:fld id="{CFD6B60A-76F0-450F-B5DA-31F34CAEA81D}" type="slidenum">
              <a:rPr kumimoji="1" lang="ja-JP" altLang="en-US" smtClean="0"/>
              <a:t>9</a:t>
            </a:fld>
            <a:endParaRPr kumimoji="1" lang="ja-JP" altLang="en-US"/>
          </a:p>
        </p:txBody>
      </p:sp>
    </p:spTree>
    <p:extLst>
      <p:ext uri="{BB962C8B-B14F-4D97-AF65-F5344CB8AC3E}">
        <p14:creationId xmlns:p14="http://schemas.microsoft.com/office/powerpoint/2010/main" val="48936769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ローカル環境で編集したものを、</a:t>
            </a:r>
            <a:r>
              <a:rPr kumimoji="1" lang="en-US" altLang="ja-JP"/>
              <a:t>main</a:t>
            </a:r>
            <a:r>
              <a:rPr kumimoji="1" lang="ja-JP" altLang="en-US"/>
              <a:t>の開発ルートに挙げる時に、更新方法を誤って行っていたので</a:t>
            </a:r>
          </a:p>
        </p:txBody>
      </p:sp>
      <p:sp>
        <p:nvSpPr>
          <p:cNvPr id="4" name="スライド番号プレースホルダー 3"/>
          <p:cNvSpPr>
            <a:spLocks noGrp="1"/>
          </p:cNvSpPr>
          <p:nvPr>
            <p:ph type="sldNum" sz="quarter" idx="5"/>
          </p:nvPr>
        </p:nvSpPr>
        <p:spPr/>
        <p:txBody>
          <a:bodyPr/>
          <a:lstStyle/>
          <a:p>
            <a:fld id="{CFD6B60A-76F0-450F-B5DA-31F34CAEA81D}" type="slidenum">
              <a:rPr kumimoji="1" lang="ja-JP" altLang="en-US" smtClean="0"/>
              <a:t>10</a:t>
            </a:fld>
            <a:endParaRPr kumimoji="1" lang="ja-JP" altLang="en-US"/>
          </a:p>
        </p:txBody>
      </p:sp>
    </p:spTree>
    <p:extLst>
      <p:ext uri="{BB962C8B-B14F-4D97-AF65-F5344CB8AC3E}">
        <p14:creationId xmlns:p14="http://schemas.microsoft.com/office/powerpoint/2010/main" val="304645467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en-US">
                <a:ea typeface="游ゴシック"/>
              </a:rPr>
              <a:t>これで、チームエブリデイの発表を終わらせて頂きます。</a:t>
            </a:r>
          </a:p>
          <a:p>
            <a:r>
              <a:rPr lang="ja-JP" altLang="en-US">
                <a:ea typeface="游ゴシック"/>
              </a:rPr>
              <a:t>ご清聴ありがとうございました！</a:t>
            </a:r>
          </a:p>
        </p:txBody>
      </p:sp>
      <p:sp>
        <p:nvSpPr>
          <p:cNvPr id="4" name="スライド番号プレースホルダー 3"/>
          <p:cNvSpPr>
            <a:spLocks noGrp="1"/>
          </p:cNvSpPr>
          <p:nvPr>
            <p:ph type="sldNum" sz="quarter" idx="5"/>
          </p:nvPr>
        </p:nvSpPr>
        <p:spPr/>
        <p:txBody>
          <a:bodyPr/>
          <a:lstStyle/>
          <a:p>
            <a:fld id="{CFD6B60A-76F0-450F-B5DA-31F34CAEA81D}" type="slidenum">
              <a:rPr kumimoji="1" lang="ja-JP" altLang="en-US" smtClean="0"/>
              <a:t>12</a:t>
            </a:fld>
            <a:endParaRPr kumimoji="1" lang="ja-JP" altLang="en-US"/>
          </a:p>
        </p:txBody>
      </p:sp>
    </p:spTree>
    <p:extLst>
      <p:ext uri="{BB962C8B-B14F-4D97-AF65-F5344CB8AC3E}">
        <p14:creationId xmlns:p14="http://schemas.microsoft.com/office/powerpoint/2010/main" val="5886765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7" name="Rectangle 6"/>
          <p:cNvSpPr/>
          <p:nvPr/>
        </p:nvSpPr>
        <p:spPr>
          <a:xfrm>
            <a:off x="1007533" y="0"/>
            <a:ext cx="7934348"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8941881"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2611808" y="3428998"/>
            <a:ext cx="5518066" cy="2268559"/>
          </a:xfrm>
        </p:spPr>
        <p:txBody>
          <a:bodyPr anchor="t">
            <a:normAutofit/>
          </a:bodyPr>
          <a:lstStyle>
            <a:lvl1pPr algn="r">
              <a:defRPr sz="6000"/>
            </a:lvl1pPr>
          </a:lstStyle>
          <a:p>
            <a:r>
              <a:rPr lang="ja-JP" altLang="en-US"/>
              <a:t>マスター タイトルの書式設定</a:t>
            </a:r>
            <a:endParaRPr lang="en-US"/>
          </a:p>
        </p:txBody>
      </p:sp>
      <p:sp>
        <p:nvSpPr>
          <p:cNvPr id="3" name="Subtitle 2"/>
          <p:cNvSpPr>
            <a:spLocks noGrp="1"/>
          </p:cNvSpPr>
          <p:nvPr>
            <p:ph type="subTitle" idx="1"/>
          </p:nvPr>
        </p:nvSpPr>
        <p:spPr>
          <a:xfrm>
            <a:off x="2772274" y="2268786"/>
            <a:ext cx="5357600" cy="1160213"/>
          </a:xfrm>
        </p:spPr>
        <p:txBody>
          <a:bodyPr tIns="0" anchor="b">
            <a:normAutofit/>
          </a:bodyPr>
          <a:lstStyle>
            <a:lvl1pPr marL="0" indent="0" algn="r">
              <a:buNone/>
              <a:defRPr sz="1800" b="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ja-JP" altLang="en-US"/>
              <a:t>マスター サブタイトルの書式設定</a:t>
            </a:r>
            <a:endParaRPr lang="en-US"/>
          </a:p>
        </p:txBody>
      </p:sp>
      <p:sp>
        <p:nvSpPr>
          <p:cNvPr id="4" name="Date Placeholder 3"/>
          <p:cNvSpPr>
            <a:spLocks noGrp="1"/>
          </p:cNvSpPr>
          <p:nvPr>
            <p:ph type="dt" sz="half" idx="10"/>
          </p:nvPr>
        </p:nvSpPr>
        <p:spPr/>
        <p:txBody>
          <a:bodyPr/>
          <a:lstStyle/>
          <a:p>
            <a:fld id="{9AB3A824-1A51-4B26-AD58-A6D8E14F6C04}" type="datetimeFigureOut">
              <a:rPr lang="en-US" dirty="0"/>
              <a:t>3/10/2026</a:t>
            </a:fld>
            <a:endParaRPr lang="en-US"/>
          </a:p>
        </p:txBody>
      </p:sp>
      <p:sp>
        <p:nvSpPr>
          <p:cNvPr id="5" name="Footer Placeholder 4"/>
          <p:cNvSpPr>
            <a:spLocks noGrp="1"/>
          </p:cNvSpPr>
          <p:nvPr>
            <p:ph type="ftr" sz="quarter" idx="11"/>
          </p:nvPr>
        </p:nvSpPr>
        <p:spPr/>
        <p:txBody>
          <a:bodyPr/>
          <a:lstStyle/>
          <a:p>
            <a:r>
              <a:rPr lang="en-US"/>
              <a:t>
              </a:t>
            </a:r>
          </a:p>
        </p:txBody>
      </p:sp>
      <p:sp>
        <p:nvSpPr>
          <p:cNvPr id="6" name="Slide Number Placeholder 5"/>
          <p:cNvSpPr>
            <a:spLocks noGrp="1"/>
          </p:cNvSpPr>
          <p:nvPr>
            <p:ph type="sldNum" sz="quarter" idx="12"/>
          </p:nvPr>
        </p:nvSpPr>
        <p:spPr/>
        <p:txBody>
          <a:bodyPr rIns="45720"/>
          <a:lstStyle/>
          <a:p>
            <a:fld id="{6D22F896-40B5-4ADD-8801-0D06FADFA095}" type="slidenum">
              <a:rPr lang="en-US" dirty="0"/>
              <a:t>‹#›</a:t>
            </a:fld>
            <a:endParaRPr lang="en-US"/>
          </a:p>
        </p:txBody>
      </p:sp>
      <p:sp>
        <p:nvSpPr>
          <p:cNvPr id="13" name="TextBox 12"/>
          <p:cNvSpPr txBox="1"/>
          <p:nvPr/>
        </p:nvSpPr>
        <p:spPr>
          <a:xfrm>
            <a:off x="2191282" y="3262852"/>
            <a:ext cx="415636" cy="461665"/>
          </a:xfrm>
          <a:prstGeom prst="rect">
            <a:avLst/>
          </a:prstGeom>
          <a:noFill/>
        </p:spPr>
        <p:txBody>
          <a:bodyPr wrap="square" rtlCol="0">
            <a:spAutoFit/>
          </a:bodyPr>
          <a:lstStyle/>
          <a:p>
            <a:pPr algn="r"/>
            <a:r>
              <a:rPr lang="en-US" sz="2400">
                <a:solidFill>
                  <a:schemeClr val="accent6"/>
                </a:solidFill>
                <a:latin typeface="Wingdings 3" panose="05040102010807070707" pitchFamily="18" charset="2"/>
              </a:rPr>
              <a:t>z</a:t>
            </a:r>
            <a:endParaRPr lang="en-US" sz="2400">
              <a:solidFill>
                <a:schemeClr val="accent6"/>
              </a:solidFill>
              <a:latin typeface="MS Shell Dlg 2" panose="020B0604030504040204" pitchFamily="34"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9" name="Rectangle 28"/>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ja-JP" altLang="en-US"/>
              <a:t>マスター タイトルの書式設定</a:t>
            </a:r>
            <a:endParaRPr lang="en-US"/>
          </a:p>
        </p:txBody>
      </p:sp>
      <p:sp>
        <p:nvSpPr>
          <p:cNvPr id="3" name="Content Placeholder 2"/>
          <p:cNvSpPr>
            <a:spLocks noGrp="1"/>
          </p:cNvSpPr>
          <p:nvPr>
            <p:ph idx="1"/>
          </p:nvPr>
        </p:nvSpPr>
        <p:spPr/>
        <p:txBody>
          <a:bodyPr anchor="ct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4" name="Date Placeholder 3"/>
          <p:cNvSpPr>
            <a:spLocks noGrp="1"/>
          </p:cNvSpPr>
          <p:nvPr>
            <p:ph type="dt" sz="half" idx="10"/>
          </p:nvPr>
        </p:nvSpPr>
        <p:spPr/>
        <p:txBody>
          <a:bodyPr/>
          <a:lstStyle/>
          <a:p>
            <a:fld id="{97D162C4-EDD9-4389-A98B-B87ECEA2A816}" type="datetimeFigureOut">
              <a:rPr lang="en-US" dirty="0"/>
              <a:t>3/10/2026</a:t>
            </a:fld>
            <a:endParaRPr lang="en-US"/>
          </a:p>
        </p:txBody>
      </p:sp>
      <p:sp>
        <p:nvSpPr>
          <p:cNvPr id="5" name="Footer Placeholder 4"/>
          <p:cNvSpPr>
            <a:spLocks noGrp="1"/>
          </p:cNvSpPr>
          <p:nvPr>
            <p:ph type="ftr" sz="quarter" idx="11"/>
          </p:nvPr>
        </p:nvSpPr>
        <p:spPr/>
        <p:txBody>
          <a:bodyPr/>
          <a:lstStyle/>
          <a:p>
            <a:r>
              <a:rPr lang="en-US"/>
              <a:t>
              </a:t>
            </a:r>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a:p>
        </p:txBody>
      </p:sp>
      <p:sp>
        <p:nvSpPr>
          <p:cNvPr id="7" name="TextBox 6"/>
          <p:cNvSpPr txBox="1"/>
          <p:nvPr/>
        </p:nvSpPr>
        <p:spPr>
          <a:xfrm>
            <a:off x="2194943" y="641225"/>
            <a:ext cx="415636" cy="369332"/>
          </a:xfrm>
          <a:prstGeom prst="rect">
            <a:avLst/>
          </a:prstGeom>
          <a:noFill/>
        </p:spPr>
        <p:txBody>
          <a:bodyPr wrap="square" rtlCol="0">
            <a:spAutoFit/>
          </a:bodyPr>
          <a:lstStyle/>
          <a:p>
            <a:pPr algn="r"/>
            <a:r>
              <a:rPr lang="en-US" sz="1800">
                <a:solidFill>
                  <a:schemeClr val="accent6"/>
                </a:solidFill>
                <a:latin typeface="Wingdings 3" panose="05040102010807070707" pitchFamily="18" charset="2"/>
              </a:rPr>
              <a:t>z</a:t>
            </a:r>
            <a:endParaRPr lang="en-US" sz="1000">
              <a:solidFill>
                <a:schemeClr val="accent6"/>
              </a:solidFill>
              <a:latin typeface="MS Shell Dlg 2" panose="020B060403050404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4" name="Rectangle 23"/>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5" name="Rectangle 24"/>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TextBox 10"/>
          <p:cNvSpPr txBox="1"/>
          <p:nvPr/>
        </p:nvSpPr>
        <p:spPr>
          <a:xfrm>
            <a:off x="2191843" y="2962586"/>
            <a:ext cx="415636" cy="369332"/>
          </a:xfrm>
          <a:prstGeom prst="rect">
            <a:avLst/>
          </a:prstGeom>
          <a:noFill/>
        </p:spPr>
        <p:txBody>
          <a:bodyPr wrap="square" rtlCol="0">
            <a:spAutoFit/>
          </a:bodyPr>
          <a:lstStyle/>
          <a:p>
            <a:pPr algn="r"/>
            <a:r>
              <a:rPr lang="en-US" sz="1800">
                <a:solidFill>
                  <a:schemeClr val="accent6"/>
                </a:solidFill>
                <a:latin typeface="Wingdings 3" panose="05040102010807070707" pitchFamily="18" charset="2"/>
              </a:rPr>
              <a:t>z</a:t>
            </a:r>
            <a:endParaRPr lang="en-US" sz="1000">
              <a:solidFill>
                <a:schemeClr val="accent6"/>
              </a:solidFill>
              <a:latin typeface="MS Shell Dlg 2" panose="020B0604030504040204" pitchFamily="34" charset="0"/>
            </a:endParaRPr>
          </a:p>
        </p:txBody>
      </p:sp>
      <p:sp>
        <p:nvSpPr>
          <p:cNvPr id="2" name="Title 1"/>
          <p:cNvSpPr>
            <a:spLocks noGrp="1"/>
          </p:cNvSpPr>
          <p:nvPr>
            <p:ph type="title"/>
          </p:nvPr>
        </p:nvSpPr>
        <p:spPr>
          <a:xfrm>
            <a:off x="2609873" y="3147254"/>
            <a:ext cx="7956560" cy="1424746"/>
          </a:xfrm>
        </p:spPr>
        <p:txBody>
          <a:bodyPr anchor="t">
            <a:normAutofit/>
          </a:bodyPr>
          <a:lstStyle>
            <a:lvl1pPr algn="r">
              <a:defRPr sz="3200"/>
            </a:lvl1pPr>
          </a:lstStyle>
          <a:p>
            <a:r>
              <a:rPr lang="ja-JP" altLang="en-US"/>
              <a:t>マスター タイトルの書式設定</a:t>
            </a:r>
            <a:endParaRPr lang="en-US"/>
          </a:p>
        </p:txBody>
      </p:sp>
      <p:sp>
        <p:nvSpPr>
          <p:cNvPr id="3" name="Text Placeholder 2"/>
          <p:cNvSpPr>
            <a:spLocks noGrp="1"/>
          </p:cNvSpPr>
          <p:nvPr>
            <p:ph type="body" idx="1"/>
          </p:nvPr>
        </p:nvSpPr>
        <p:spPr>
          <a:xfrm>
            <a:off x="2773968" y="2268786"/>
            <a:ext cx="7791931" cy="878468"/>
          </a:xfrm>
        </p:spPr>
        <p:txBody>
          <a:bodyPr tIns="0" anchor="b">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3E5059C3-6A89-4494-99FF-5A4D6FFD50EB}" type="datetimeFigureOut">
              <a:rPr lang="en-US" dirty="0"/>
              <a:t>3/10/2026</a:t>
            </a:fld>
            <a:endParaRPr lang="en-US"/>
          </a:p>
        </p:txBody>
      </p:sp>
      <p:sp>
        <p:nvSpPr>
          <p:cNvPr id="5" name="Footer Placeholder 4"/>
          <p:cNvSpPr>
            <a:spLocks noGrp="1"/>
          </p:cNvSpPr>
          <p:nvPr>
            <p:ph type="ftr" sz="quarter" idx="11"/>
          </p:nvPr>
        </p:nvSpPr>
        <p:spPr/>
        <p:txBody>
          <a:bodyPr/>
          <a:lstStyle/>
          <a:p>
            <a:r>
              <a:rPr lang="en-US"/>
              <a:t>
              </a:t>
            </a:r>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6" name="Rectangle 25"/>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7" name="Rectangle 26"/>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609873" y="805817"/>
            <a:ext cx="7950984" cy="1081705"/>
          </a:xfrm>
        </p:spPr>
        <p:txBody>
          <a:bodyPr/>
          <a:lstStyle/>
          <a:p>
            <a:r>
              <a:rPr lang="ja-JP" altLang="en-US"/>
              <a:t>マスター タイトルの書式設定</a:t>
            </a:r>
            <a:endParaRPr lang="en-US"/>
          </a:p>
        </p:txBody>
      </p:sp>
      <p:sp>
        <p:nvSpPr>
          <p:cNvPr id="3" name="Content Placeholder 2"/>
          <p:cNvSpPr>
            <a:spLocks noGrp="1"/>
          </p:cNvSpPr>
          <p:nvPr>
            <p:ph sz="half" idx="1"/>
          </p:nvPr>
        </p:nvSpPr>
        <p:spPr>
          <a:xfrm>
            <a:off x="2605374" y="2052116"/>
            <a:ext cx="3891960" cy="399782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4" name="Content Placeholder 3"/>
          <p:cNvSpPr>
            <a:spLocks noGrp="1"/>
          </p:cNvSpPr>
          <p:nvPr>
            <p:ph sz="half" idx="2"/>
          </p:nvPr>
        </p:nvSpPr>
        <p:spPr>
          <a:xfrm>
            <a:off x="6666636" y="2052114"/>
            <a:ext cx="3894222" cy="3997829"/>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5" name="Date Placeholder 4"/>
          <p:cNvSpPr>
            <a:spLocks noGrp="1"/>
          </p:cNvSpPr>
          <p:nvPr>
            <p:ph type="dt" sz="half" idx="10"/>
          </p:nvPr>
        </p:nvSpPr>
        <p:spPr/>
        <p:txBody>
          <a:bodyPr/>
          <a:lstStyle/>
          <a:p>
            <a:fld id="{CA954B2F-12DE-47F5-8894-472B206D2E1E}" type="datetimeFigureOut">
              <a:rPr lang="en-US" dirty="0"/>
              <a:t>3/10/2026</a:t>
            </a:fld>
            <a:endParaRPr lang="en-US"/>
          </a:p>
        </p:txBody>
      </p:sp>
      <p:sp>
        <p:nvSpPr>
          <p:cNvPr id="6" name="Footer Placeholder 5"/>
          <p:cNvSpPr>
            <a:spLocks noGrp="1"/>
          </p:cNvSpPr>
          <p:nvPr>
            <p:ph type="ftr" sz="quarter" idx="11"/>
          </p:nvPr>
        </p:nvSpPr>
        <p:spPr/>
        <p:txBody>
          <a:bodyPr/>
          <a:lstStyle/>
          <a:p>
            <a:r>
              <a:rPr lang="en-US"/>
              <a:t>
              </a:t>
            </a:r>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a:p>
        </p:txBody>
      </p:sp>
      <p:sp>
        <p:nvSpPr>
          <p:cNvPr id="10" name="TextBox 9"/>
          <p:cNvSpPr txBox="1"/>
          <p:nvPr/>
        </p:nvSpPr>
        <p:spPr>
          <a:xfrm>
            <a:off x="2196172" y="641223"/>
            <a:ext cx="415636" cy="369332"/>
          </a:xfrm>
          <a:prstGeom prst="rect">
            <a:avLst/>
          </a:prstGeom>
          <a:noFill/>
        </p:spPr>
        <p:txBody>
          <a:bodyPr wrap="square" rtlCol="0">
            <a:spAutoFit/>
          </a:bodyPr>
          <a:lstStyle/>
          <a:p>
            <a:pPr algn="r"/>
            <a:r>
              <a:rPr lang="en-US" sz="1800">
                <a:solidFill>
                  <a:schemeClr val="accent6"/>
                </a:solidFill>
                <a:latin typeface="Wingdings 3" panose="05040102010807070707" pitchFamily="18" charset="2"/>
              </a:rPr>
              <a:t>z</a:t>
            </a:r>
            <a:endParaRPr lang="en-US" sz="1000">
              <a:solidFill>
                <a:schemeClr val="accent6"/>
              </a:solidFill>
              <a:latin typeface="MS Shell Dlg 2" panose="020B0604030504040204" pitchFamily="34"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0" name="Rectangle 19"/>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1" name="Rectangle 20"/>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TextBox 11"/>
          <p:cNvSpPr txBox="1"/>
          <p:nvPr/>
        </p:nvSpPr>
        <p:spPr>
          <a:xfrm>
            <a:off x="2193650" y="636424"/>
            <a:ext cx="415636" cy="369332"/>
          </a:xfrm>
          <a:prstGeom prst="rect">
            <a:avLst/>
          </a:prstGeom>
          <a:noFill/>
        </p:spPr>
        <p:txBody>
          <a:bodyPr wrap="square" rtlCol="0">
            <a:spAutoFit/>
          </a:bodyPr>
          <a:lstStyle/>
          <a:p>
            <a:pPr algn="r"/>
            <a:r>
              <a:rPr lang="en-US" sz="1800">
                <a:solidFill>
                  <a:schemeClr val="accent6"/>
                </a:solidFill>
                <a:latin typeface="Wingdings 3" panose="05040102010807070707" pitchFamily="18" charset="2"/>
              </a:rPr>
              <a:t>z</a:t>
            </a:r>
            <a:endParaRPr lang="en-US" sz="1000">
              <a:solidFill>
                <a:schemeClr val="accent6"/>
              </a:solidFill>
              <a:latin typeface="MS Shell Dlg 2" panose="020B0604030504040204" pitchFamily="34" charset="0"/>
            </a:endParaRPr>
          </a:p>
        </p:txBody>
      </p:sp>
      <p:sp>
        <p:nvSpPr>
          <p:cNvPr id="2" name="Title 1"/>
          <p:cNvSpPr>
            <a:spLocks noGrp="1"/>
          </p:cNvSpPr>
          <p:nvPr>
            <p:ph type="title"/>
          </p:nvPr>
        </p:nvSpPr>
        <p:spPr>
          <a:xfrm>
            <a:off x="2609873" y="805818"/>
            <a:ext cx="7956560" cy="1078348"/>
          </a:xfrm>
        </p:spPr>
        <p:txBody>
          <a:bodyPr/>
          <a:lstStyle/>
          <a:p>
            <a:r>
              <a:rPr lang="ja-JP" altLang="en-US"/>
              <a:t>マスター タイトルの書式設定</a:t>
            </a:r>
            <a:endParaRPr lang="en-US"/>
          </a:p>
        </p:txBody>
      </p:sp>
      <p:sp>
        <p:nvSpPr>
          <p:cNvPr id="3" name="Text Placeholder 2"/>
          <p:cNvSpPr>
            <a:spLocks noGrp="1"/>
          </p:cNvSpPr>
          <p:nvPr>
            <p:ph type="body" idx="1"/>
          </p:nvPr>
        </p:nvSpPr>
        <p:spPr>
          <a:xfrm>
            <a:off x="2609285" y="2052115"/>
            <a:ext cx="3896467" cy="713818"/>
          </a:xfrm>
        </p:spPr>
        <p:txBody>
          <a:bodyPr anchor="b">
            <a:noAutofit/>
          </a:bodyPr>
          <a:lstStyle>
            <a:lvl1pPr marL="0" indent="0" algn="l">
              <a:lnSpc>
                <a:spcPct val="100000"/>
              </a:lnSpc>
              <a:buNone/>
              <a:defRPr sz="2200" b="0" cap="none"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Content Placeholder 3"/>
          <p:cNvSpPr>
            <a:spLocks noGrp="1"/>
          </p:cNvSpPr>
          <p:nvPr>
            <p:ph sz="half" idx="2"/>
          </p:nvPr>
        </p:nvSpPr>
        <p:spPr>
          <a:xfrm>
            <a:off x="2609285" y="2851331"/>
            <a:ext cx="3893623" cy="3071434"/>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5" name="Text Placeholder 4"/>
          <p:cNvSpPr>
            <a:spLocks noGrp="1"/>
          </p:cNvSpPr>
          <p:nvPr>
            <p:ph type="body" sz="quarter" idx="3"/>
          </p:nvPr>
        </p:nvSpPr>
        <p:spPr>
          <a:xfrm>
            <a:off x="6666634" y="2052115"/>
            <a:ext cx="3899798" cy="713818"/>
          </a:xfrm>
        </p:spPr>
        <p:txBody>
          <a:bodyPr anchor="b">
            <a:noAutofit/>
          </a:bodyPr>
          <a:lstStyle>
            <a:lvl1pPr marL="0" indent="0" algn="l">
              <a:lnSpc>
                <a:spcPct val="100000"/>
              </a:lnSpc>
              <a:buNone/>
              <a:defRPr sz="2200" b="0" cap="none"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Content Placeholder 5"/>
          <p:cNvSpPr>
            <a:spLocks noGrp="1"/>
          </p:cNvSpPr>
          <p:nvPr>
            <p:ph sz="quarter" idx="4"/>
          </p:nvPr>
        </p:nvSpPr>
        <p:spPr>
          <a:xfrm>
            <a:off x="6666635" y="2851331"/>
            <a:ext cx="3899798" cy="3071434"/>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7" name="Date Placeholder 6"/>
          <p:cNvSpPr>
            <a:spLocks noGrp="1"/>
          </p:cNvSpPr>
          <p:nvPr>
            <p:ph type="dt" sz="half" idx="10"/>
          </p:nvPr>
        </p:nvSpPr>
        <p:spPr/>
        <p:txBody>
          <a:bodyPr/>
          <a:lstStyle/>
          <a:p>
            <a:fld id="{3F30E46F-7819-4ACF-B48B-48222C2ACC88}" type="datetimeFigureOut">
              <a:rPr lang="en-US" dirty="0"/>
              <a:t>3/10/2026</a:t>
            </a:fld>
            <a:endParaRPr lang="en-US"/>
          </a:p>
        </p:txBody>
      </p:sp>
      <p:sp>
        <p:nvSpPr>
          <p:cNvPr id="8" name="Footer Placeholder 7"/>
          <p:cNvSpPr>
            <a:spLocks noGrp="1"/>
          </p:cNvSpPr>
          <p:nvPr>
            <p:ph type="ftr" sz="quarter" idx="11"/>
          </p:nvPr>
        </p:nvSpPr>
        <p:spPr/>
        <p:txBody>
          <a:bodyPr/>
          <a:lstStyle/>
          <a:p>
            <a:r>
              <a:rPr lang="en-US"/>
              <a:t>
              </a:t>
            </a:r>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13" name="Rectangle 12"/>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Rectangle 13"/>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ja-JP" altLang="en-US"/>
              <a:t>マスター タイトルの書式設定</a:t>
            </a:r>
            <a:endParaRPr lang="en-US"/>
          </a:p>
        </p:txBody>
      </p:sp>
      <p:sp>
        <p:nvSpPr>
          <p:cNvPr id="3" name="Date Placeholder 2"/>
          <p:cNvSpPr>
            <a:spLocks noGrp="1"/>
          </p:cNvSpPr>
          <p:nvPr>
            <p:ph type="dt" sz="half" idx="10"/>
          </p:nvPr>
        </p:nvSpPr>
        <p:spPr/>
        <p:txBody>
          <a:bodyPr/>
          <a:lstStyle/>
          <a:p>
            <a:fld id="{1FAF3416-4057-4DAA-829D-4CA07428D088}" type="datetimeFigureOut">
              <a:rPr lang="en-US" dirty="0"/>
              <a:t>3/10/2026</a:t>
            </a:fld>
            <a:endParaRPr lang="en-US"/>
          </a:p>
        </p:txBody>
      </p:sp>
      <p:sp>
        <p:nvSpPr>
          <p:cNvPr id="4" name="Footer Placeholder 3"/>
          <p:cNvSpPr>
            <a:spLocks noGrp="1"/>
          </p:cNvSpPr>
          <p:nvPr>
            <p:ph type="ftr" sz="quarter" idx="11"/>
          </p:nvPr>
        </p:nvSpPr>
        <p:spPr/>
        <p:txBody>
          <a:bodyPr/>
          <a:lstStyle/>
          <a:p>
            <a:r>
              <a:rPr lang="en-US"/>
              <a:t>
              </a:t>
            </a:r>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a:p>
        </p:txBody>
      </p:sp>
      <p:sp>
        <p:nvSpPr>
          <p:cNvPr id="8" name="TextBox 7"/>
          <p:cNvSpPr txBox="1"/>
          <p:nvPr/>
        </p:nvSpPr>
        <p:spPr>
          <a:xfrm>
            <a:off x="2196172" y="641226"/>
            <a:ext cx="415636" cy="369332"/>
          </a:xfrm>
          <a:prstGeom prst="rect">
            <a:avLst/>
          </a:prstGeom>
          <a:noFill/>
        </p:spPr>
        <p:txBody>
          <a:bodyPr wrap="square" rtlCol="0">
            <a:spAutoFit/>
          </a:bodyPr>
          <a:lstStyle/>
          <a:p>
            <a:pPr algn="r"/>
            <a:r>
              <a:rPr lang="en-US" sz="1800">
                <a:solidFill>
                  <a:schemeClr val="accent6"/>
                </a:solidFill>
                <a:latin typeface="Wingdings 3" panose="05040102010807070707" pitchFamily="18" charset="2"/>
              </a:rPr>
              <a:t>z</a:t>
            </a:r>
            <a:endParaRPr lang="en-US" sz="1000">
              <a:solidFill>
                <a:schemeClr val="accent6"/>
              </a:solidFill>
              <a:latin typeface="MS Shell Dlg 2" panose="020B0604030504040204" pitchFamily="34"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12" name="Rectangle 11"/>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fld id="{921D9284-D300-4297-87F7-E791DCC15DB1}" type="datetimeFigureOut">
              <a:rPr lang="en-US" dirty="0"/>
              <a:t>3/10/2026</a:t>
            </a:fld>
            <a:endParaRPr lang="en-US"/>
          </a:p>
        </p:txBody>
      </p:sp>
      <p:sp>
        <p:nvSpPr>
          <p:cNvPr id="3" name="Footer Placeholder 2"/>
          <p:cNvSpPr>
            <a:spLocks noGrp="1"/>
          </p:cNvSpPr>
          <p:nvPr>
            <p:ph type="ftr" sz="quarter" idx="11"/>
          </p:nvPr>
        </p:nvSpPr>
        <p:spPr/>
        <p:txBody>
          <a:bodyPr/>
          <a:lstStyle/>
          <a:p>
            <a:r>
              <a:rPr lang="en-US"/>
              <a:t>
              </a:t>
            </a:r>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5" name="Rectangle 24"/>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6" name="Rectangle 25"/>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TextBox 9"/>
          <p:cNvSpPr txBox="1"/>
          <p:nvPr/>
        </p:nvSpPr>
        <p:spPr>
          <a:xfrm>
            <a:off x="1554154" y="1127550"/>
            <a:ext cx="415636" cy="369332"/>
          </a:xfrm>
          <a:prstGeom prst="rect">
            <a:avLst/>
          </a:prstGeom>
          <a:noFill/>
        </p:spPr>
        <p:txBody>
          <a:bodyPr wrap="square" rtlCol="0">
            <a:spAutoFit/>
          </a:bodyPr>
          <a:lstStyle/>
          <a:p>
            <a:pPr algn="r"/>
            <a:r>
              <a:rPr lang="en-US" sz="1800">
                <a:solidFill>
                  <a:schemeClr val="accent6"/>
                </a:solidFill>
                <a:latin typeface="Wingdings 3" panose="05040102010807070707" pitchFamily="18" charset="2"/>
              </a:rPr>
              <a:t>z</a:t>
            </a:r>
            <a:endParaRPr lang="en-US" sz="1000">
              <a:solidFill>
                <a:schemeClr val="accent6"/>
              </a:solidFill>
              <a:latin typeface="MS Shell Dlg 2" panose="020B0604030504040204" pitchFamily="34" charset="0"/>
            </a:endParaRPr>
          </a:p>
        </p:txBody>
      </p:sp>
      <p:sp>
        <p:nvSpPr>
          <p:cNvPr id="2" name="Title 1"/>
          <p:cNvSpPr>
            <a:spLocks noGrp="1"/>
          </p:cNvSpPr>
          <p:nvPr>
            <p:ph type="title"/>
          </p:nvPr>
        </p:nvSpPr>
        <p:spPr>
          <a:xfrm>
            <a:off x="1970323" y="1282451"/>
            <a:ext cx="2664361" cy="1903241"/>
          </a:xfrm>
        </p:spPr>
        <p:txBody>
          <a:bodyPr anchor="b">
            <a:normAutofit/>
          </a:bodyPr>
          <a:lstStyle>
            <a:lvl1pPr algn="l">
              <a:defRPr sz="2400"/>
            </a:lvl1pPr>
          </a:lstStyle>
          <a:p>
            <a:r>
              <a:rPr lang="ja-JP" altLang="en-US"/>
              <a:t>マスター タイトルの書式設定</a:t>
            </a:r>
            <a:endParaRPr lang="en-US"/>
          </a:p>
        </p:txBody>
      </p:sp>
      <p:sp>
        <p:nvSpPr>
          <p:cNvPr id="3" name="Content Placeholder 2"/>
          <p:cNvSpPr>
            <a:spLocks noGrp="1"/>
          </p:cNvSpPr>
          <p:nvPr>
            <p:ph idx="1"/>
          </p:nvPr>
        </p:nvSpPr>
        <p:spPr>
          <a:xfrm>
            <a:off x="5120154" y="805818"/>
            <a:ext cx="5446278" cy="5244126"/>
          </a:xfrm>
        </p:spPr>
        <p:txBody>
          <a:bodyPr anchor="ct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4" name="Text Placeholder 3"/>
          <p:cNvSpPr>
            <a:spLocks noGrp="1"/>
          </p:cNvSpPr>
          <p:nvPr>
            <p:ph type="body" sz="half" idx="2"/>
          </p:nvPr>
        </p:nvSpPr>
        <p:spPr>
          <a:xfrm>
            <a:off x="1970322" y="3186154"/>
            <a:ext cx="2664361" cy="2386397"/>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37D525BB-DA17-4BA0-B3C8-3AC3ABC827E6}" type="datetimeFigureOut">
              <a:rPr lang="en-US" dirty="0"/>
              <a:t>3/10/2026</a:t>
            </a:fld>
            <a:endParaRPr lang="en-US"/>
          </a:p>
        </p:txBody>
      </p:sp>
      <p:sp>
        <p:nvSpPr>
          <p:cNvPr id="6" name="Footer Placeholder 5"/>
          <p:cNvSpPr>
            <a:spLocks noGrp="1"/>
          </p:cNvSpPr>
          <p:nvPr>
            <p:ph type="ftr" sz="quarter" idx="11"/>
          </p:nvPr>
        </p:nvSpPr>
        <p:spPr/>
        <p:txBody>
          <a:bodyPr/>
          <a:lstStyle/>
          <a:p>
            <a:r>
              <a:rPr lang="en-US"/>
              <a:t>
              </a:t>
            </a:r>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19" name="Rectangle 18"/>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Rectangle 19"/>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6747062" y="3229"/>
            <a:ext cx="4629734" cy="6858000"/>
          </a:xfrm>
          <a:solidFill>
            <a:schemeClr val="tx1">
              <a:alpha val="10000"/>
            </a:schemeClr>
          </a:solidFill>
          <a:ln w="9525" cap="sq">
            <a:noFill/>
            <a:miter lim="800000"/>
          </a:ln>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ja-JP" altLang="en-US"/>
              <a:t>アイコンをクリックして図を追加</a:t>
            </a:r>
            <a:endParaRPr lang="en-US"/>
          </a:p>
        </p:txBody>
      </p:sp>
      <p:sp>
        <p:nvSpPr>
          <p:cNvPr id="10" name="TextBox 9"/>
          <p:cNvSpPr txBox="1"/>
          <p:nvPr/>
        </p:nvSpPr>
        <p:spPr>
          <a:xfrm>
            <a:off x="1554686" y="1127550"/>
            <a:ext cx="415636" cy="369332"/>
          </a:xfrm>
          <a:prstGeom prst="rect">
            <a:avLst/>
          </a:prstGeom>
          <a:noFill/>
        </p:spPr>
        <p:txBody>
          <a:bodyPr wrap="square" rtlCol="0">
            <a:spAutoFit/>
          </a:bodyPr>
          <a:lstStyle/>
          <a:p>
            <a:pPr algn="r"/>
            <a:r>
              <a:rPr lang="en-US" sz="1800">
                <a:solidFill>
                  <a:schemeClr val="accent6"/>
                </a:solidFill>
                <a:latin typeface="Wingdings 3" panose="05040102010807070707" pitchFamily="18" charset="2"/>
              </a:rPr>
              <a:t>z</a:t>
            </a:r>
            <a:endParaRPr lang="en-US" sz="1000">
              <a:solidFill>
                <a:schemeClr val="accent6"/>
              </a:solidFill>
              <a:latin typeface="MS Shell Dlg 2" panose="020B0604030504040204" pitchFamily="34" charset="0"/>
            </a:endParaRPr>
          </a:p>
        </p:txBody>
      </p:sp>
      <p:sp>
        <p:nvSpPr>
          <p:cNvPr id="2" name="Title 1"/>
          <p:cNvSpPr>
            <a:spLocks noGrp="1"/>
          </p:cNvSpPr>
          <p:nvPr>
            <p:ph type="title"/>
          </p:nvPr>
        </p:nvSpPr>
        <p:spPr>
          <a:xfrm>
            <a:off x="1971241" y="1282452"/>
            <a:ext cx="3970986" cy="1900473"/>
          </a:xfrm>
        </p:spPr>
        <p:txBody>
          <a:bodyPr anchor="b">
            <a:normAutofit/>
          </a:bodyPr>
          <a:lstStyle>
            <a:lvl1pPr algn="l">
              <a:defRPr sz="3200"/>
            </a:lvl1pPr>
          </a:lstStyle>
          <a:p>
            <a:r>
              <a:rPr lang="ja-JP" altLang="en-US"/>
              <a:t>マスター タイトルの書式設定</a:t>
            </a:r>
            <a:endParaRPr lang="en-US"/>
          </a:p>
        </p:txBody>
      </p:sp>
      <p:sp>
        <p:nvSpPr>
          <p:cNvPr id="4" name="Text Placeholder 3"/>
          <p:cNvSpPr>
            <a:spLocks noGrp="1"/>
          </p:cNvSpPr>
          <p:nvPr>
            <p:ph type="body" sz="half" idx="2"/>
          </p:nvPr>
        </p:nvSpPr>
        <p:spPr>
          <a:xfrm>
            <a:off x="1970322" y="3182928"/>
            <a:ext cx="3971874" cy="2386394"/>
          </a:xfrm>
        </p:spPr>
        <p:txBody>
          <a:bodyPr>
            <a:normAutofit/>
          </a:bodyPr>
          <a:lstStyle>
            <a:lvl1pPr marL="0" indent="0" algn="l">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B16C4C9A-3960-41CF-A4E9-2A8FB932454B}" type="datetimeFigureOut">
              <a:rPr lang="en-US" dirty="0"/>
              <a:t>3/10/2026</a:t>
            </a:fld>
            <a:endParaRPr lang="en-US"/>
          </a:p>
        </p:txBody>
      </p:sp>
      <p:sp>
        <p:nvSpPr>
          <p:cNvPr id="6" name="Footer Placeholder 5"/>
          <p:cNvSpPr>
            <a:spLocks noGrp="1"/>
          </p:cNvSpPr>
          <p:nvPr>
            <p:ph type="ftr" sz="quarter" idx="11"/>
          </p:nvPr>
        </p:nvSpPr>
        <p:spPr/>
        <p:txBody>
          <a:bodyPr/>
          <a:lstStyle/>
          <a:p>
            <a:r>
              <a:rPr lang="en-US"/>
              <a:t>
              </a:t>
            </a:r>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14" name="Rectangle 13"/>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TextBox 8"/>
          <p:cNvSpPr txBox="1"/>
          <p:nvPr/>
        </p:nvSpPr>
        <p:spPr>
          <a:xfrm>
            <a:off x="2194236" y="641225"/>
            <a:ext cx="415636" cy="369332"/>
          </a:xfrm>
          <a:prstGeom prst="rect">
            <a:avLst/>
          </a:prstGeom>
          <a:noFill/>
        </p:spPr>
        <p:txBody>
          <a:bodyPr wrap="square" rtlCol="0">
            <a:spAutoFit/>
          </a:bodyPr>
          <a:lstStyle/>
          <a:p>
            <a:pPr algn="r"/>
            <a:r>
              <a:rPr lang="en-US" sz="1800">
                <a:solidFill>
                  <a:schemeClr val="accent6"/>
                </a:solidFill>
                <a:latin typeface="Wingdings 3" panose="05040102010807070707" pitchFamily="18" charset="2"/>
              </a:rPr>
              <a:t>z</a:t>
            </a:r>
            <a:endParaRPr lang="en-US" sz="1000">
              <a:solidFill>
                <a:schemeClr val="accent6"/>
              </a:solidFill>
              <a:latin typeface="MS Shell Dlg 2" panose="020B0604030504040204" pitchFamily="34" charset="0"/>
            </a:endParaRPr>
          </a:p>
        </p:txBody>
      </p:sp>
      <p:sp>
        <p:nvSpPr>
          <p:cNvPr id="2" name="Title 1"/>
          <p:cNvSpPr>
            <a:spLocks noGrp="1"/>
          </p:cNvSpPr>
          <p:nvPr>
            <p:ph type="title"/>
          </p:nvPr>
        </p:nvSpPr>
        <p:spPr>
          <a:xfrm>
            <a:off x="2611808" y="808056"/>
            <a:ext cx="7954091" cy="1077229"/>
          </a:xfrm>
        </p:spPr>
        <p:txBody>
          <a:bodyPr/>
          <a:lstStyle/>
          <a:p>
            <a:r>
              <a:rPr lang="ja-JP" altLang="en-US"/>
              <a:t>マスター タイトルの書式設定</a:t>
            </a:r>
            <a:endParaRPr lang="en-US"/>
          </a:p>
        </p:txBody>
      </p:sp>
      <p:sp>
        <p:nvSpPr>
          <p:cNvPr id="3" name="Vertical Text Placeholder 2"/>
          <p:cNvSpPr>
            <a:spLocks noGrp="1"/>
          </p:cNvSpPr>
          <p:nvPr>
            <p:ph type="body" orient="vert" idx="1"/>
          </p:nvPr>
        </p:nvSpPr>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4" name="Date Placeholder 3"/>
          <p:cNvSpPr>
            <a:spLocks noGrp="1"/>
          </p:cNvSpPr>
          <p:nvPr>
            <p:ph type="dt" sz="half" idx="10"/>
          </p:nvPr>
        </p:nvSpPr>
        <p:spPr/>
        <p:txBody>
          <a:bodyPr/>
          <a:lstStyle/>
          <a:p>
            <a:fld id="{D857E33E-8B18-4087-B112-809917729534}" type="datetimeFigureOut">
              <a:rPr lang="en-US" dirty="0"/>
              <a:t>3/10/2026</a:t>
            </a:fld>
            <a:endParaRPr lang="en-US"/>
          </a:p>
        </p:txBody>
      </p:sp>
      <p:sp>
        <p:nvSpPr>
          <p:cNvPr id="5" name="Footer Placeholder 4"/>
          <p:cNvSpPr>
            <a:spLocks noGrp="1"/>
          </p:cNvSpPr>
          <p:nvPr>
            <p:ph type="ftr" sz="quarter" idx="11"/>
          </p:nvPr>
        </p:nvSpPr>
        <p:spPr/>
        <p:txBody>
          <a:bodyPr/>
          <a:lstStyle/>
          <a:p>
            <a:r>
              <a:rPr lang="en-US"/>
              <a:t>
              </a:t>
            </a:r>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15" name="Rectangle 14"/>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 name="Rectangle 15"/>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TextBox 8"/>
          <p:cNvSpPr txBox="1"/>
          <p:nvPr/>
        </p:nvSpPr>
        <p:spPr>
          <a:xfrm rot="5400000">
            <a:off x="10337141" y="416061"/>
            <a:ext cx="415636" cy="369332"/>
          </a:xfrm>
          <a:prstGeom prst="rect">
            <a:avLst/>
          </a:prstGeom>
          <a:noFill/>
        </p:spPr>
        <p:txBody>
          <a:bodyPr wrap="square" rtlCol="0">
            <a:spAutoFit/>
          </a:bodyPr>
          <a:lstStyle/>
          <a:p>
            <a:pPr algn="r"/>
            <a:r>
              <a:rPr lang="en-US" sz="1800">
                <a:solidFill>
                  <a:schemeClr val="accent6"/>
                </a:solidFill>
                <a:latin typeface="Wingdings 3" panose="05040102010807070707" pitchFamily="18" charset="2"/>
              </a:rPr>
              <a:t>z</a:t>
            </a:r>
            <a:endParaRPr lang="en-US" sz="1000">
              <a:solidFill>
                <a:schemeClr val="accent6"/>
              </a:solidFill>
              <a:latin typeface="MS Shell Dlg 2" panose="020B0604030504040204" pitchFamily="34" charset="0"/>
            </a:endParaRPr>
          </a:p>
        </p:txBody>
      </p:sp>
      <p:sp>
        <p:nvSpPr>
          <p:cNvPr id="2" name="Vertical Title 1"/>
          <p:cNvSpPr>
            <a:spLocks noGrp="1"/>
          </p:cNvSpPr>
          <p:nvPr>
            <p:ph type="title" orient="vert"/>
          </p:nvPr>
        </p:nvSpPr>
        <p:spPr>
          <a:xfrm>
            <a:off x="9239380" y="805818"/>
            <a:ext cx="1326519" cy="5244126"/>
          </a:xfrm>
        </p:spPr>
        <p:txBody>
          <a:bodyPr vert="eaVert"/>
          <a:lstStyle>
            <a:lvl1pPr algn="l">
              <a:defRPr/>
            </a:lvl1pPr>
          </a:lstStyle>
          <a:p>
            <a:r>
              <a:rPr lang="ja-JP" altLang="en-US"/>
              <a:t>マスター タイトルの書式設定</a:t>
            </a:r>
            <a:endParaRPr lang="en-US"/>
          </a:p>
        </p:txBody>
      </p:sp>
      <p:sp>
        <p:nvSpPr>
          <p:cNvPr id="3" name="Vertical Text Placeholder 2"/>
          <p:cNvSpPr>
            <a:spLocks noGrp="1"/>
          </p:cNvSpPr>
          <p:nvPr>
            <p:ph type="body" orient="vert" idx="1"/>
          </p:nvPr>
        </p:nvSpPr>
        <p:spPr>
          <a:xfrm>
            <a:off x="2608751" y="970410"/>
            <a:ext cx="6466903" cy="5079534"/>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4" name="Date Placeholder 3"/>
          <p:cNvSpPr>
            <a:spLocks noGrp="1"/>
          </p:cNvSpPr>
          <p:nvPr>
            <p:ph type="dt" sz="half" idx="10"/>
          </p:nvPr>
        </p:nvSpPr>
        <p:spPr/>
        <p:txBody>
          <a:bodyPr/>
          <a:lstStyle/>
          <a:p>
            <a:fld id="{D3FFE419-2371-464F-8239-3959401C3561}" type="datetimeFigureOut">
              <a:rPr lang="en-US" dirty="0"/>
              <a:t>3/10/2026</a:t>
            </a:fld>
            <a:endParaRPr lang="en-US"/>
          </a:p>
        </p:txBody>
      </p:sp>
      <p:sp>
        <p:nvSpPr>
          <p:cNvPr id="5" name="Footer Placeholder 4"/>
          <p:cNvSpPr>
            <a:spLocks noGrp="1"/>
          </p:cNvSpPr>
          <p:nvPr>
            <p:ph type="ftr" sz="quarter" idx="11"/>
          </p:nvPr>
        </p:nvSpPr>
        <p:spPr/>
        <p:txBody>
          <a:bodyPr/>
          <a:lstStyle/>
          <a:p>
            <a:r>
              <a:rPr lang="en-US"/>
              <a:t>
              </a:t>
            </a:r>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18" name="Picture 17"/>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p:spPr>
      </p:pic>
      <p:pic>
        <p:nvPicPr>
          <p:cNvPr id="15" name="Picture 14"/>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0" y="0"/>
            <a:ext cx="12189867" cy="6858000"/>
          </a:xfrm>
          <a:prstGeom prst="rect">
            <a:avLst/>
          </a:prstGeom>
        </p:spPr>
      </p:pic>
      <p:sp>
        <p:nvSpPr>
          <p:cNvPr id="8" name="Rectangle 7"/>
          <p:cNvSpPr/>
          <p:nvPr/>
        </p:nvSpPr>
        <p:spPr>
          <a:xfrm>
            <a:off x="0" y="0"/>
            <a:ext cx="964174"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2611808" y="808056"/>
            <a:ext cx="7958331" cy="1077229"/>
          </a:xfrm>
          <a:prstGeom prst="rect">
            <a:avLst/>
          </a:prstGeom>
        </p:spPr>
        <p:txBody>
          <a:bodyPr vert="horz" lIns="91440" tIns="45720" rIns="91440" bIns="45720" rtlCol="0" anchor="t">
            <a:normAutofit/>
          </a:bodyPr>
          <a:lstStyle/>
          <a:p>
            <a:r>
              <a:rPr lang="ja-JP" altLang="en-US"/>
              <a:t>マスター タイトルの書式設定</a:t>
            </a:r>
            <a:endParaRPr lang="en-US"/>
          </a:p>
        </p:txBody>
      </p:sp>
      <p:sp>
        <p:nvSpPr>
          <p:cNvPr id="3" name="Text Placeholder 2"/>
          <p:cNvSpPr>
            <a:spLocks noGrp="1"/>
          </p:cNvSpPr>
          <p:nvPr>
            <p:ph type="body" idx="1"/>
          </p:nvPr>
        </p:nvSpPr>
        <p:spPr>
          <a:xfrm>
            <a:off x="2773599" y="2052116"/>
            <a:ext cx="7796540" cy="399782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Eigth level</a:t>
            </a:r>
          </a:p>
          <a:p>
            <a:pPr lvl="8"/>
            <a:r>
              <a:rPr lang="en-US"/>
              <a:t>Ninth level</a:t>
            </a:r>
          </a:p>
        </p:txBody>
      </p:sp>
      <p:sp>
        <p:nvSpPr>
          <p:cNvPr id="4" name="Date Placeholder 3"/>
          <p:cNvSpPr>
            <a:spLocks noGrp="1"/>
          </p:cNvSpPr>
          <p:nvPr>
            <p:ph type="dt" sz="half" idx="2"/>
          </p:nvPr>
        </p:nvSpPr>
        <p:spPr>
          <a:xfrm rot="5400000">
            <a:off x="-810065" y="5270604"/>
            <a:ext cx="2662729" cy="182880"/>
          </a:xfrm>
          <a:prstGeom prst="rect">
            <a:avLst/>
          </a:prstGeom>
        </p:spPr>
        <p:txBody>
          <a:bodyPr vert="horz" lIns="91440" tIns="18288" rIns="91440" bIns="45720" rtlCol="0" anchor="t"/>
          <a:lstStyle>
            <a:lvl1pPr algn="r">
              <a:defRPr sz="800">
                <a:solidFill>
                  <a:schemeClr val="tx1">
                    <a:tint val="75000"/>
                  </a:schemeClr>
                </a:solidFill>
                <a:latin typeface="+mn-lt"/>
              </a:defRPr>
            </a:lvl1pPr>
          </a:lstStyle>
          <a:p>
            <a:fld id="{3CBC1C18-307B-4F68-A007-B5B542270E8D}" type="datetimeFigureOut">
              <a:rPr lang="en-US" dirty="0"/>
              <a:t>3/10/2026</a:t>
            </a:fld>
            <a:endParaRPr lang="en-US"/>
          </a:p>
        </p:txBody>
      </p:sp>
      <p:sp>
        <p:nvSpPr>
          <p:cNvPr id="5" name="Footer Placeholder 4"/>
          <p:cNvSpPr>
            <a:spLocks noGrp="1"/>
          </p:cNvSpPr>
          <p:nvPr>
            <p:ph type="ftr" sz="quarter" idx="3"/>
          </p:nvPr>
        </p:nvSpPr>
        <p:spPr>
          <a:xfrm rot="5400000">
            <a:off x="-2237130" y="3661144"/>
            <a:ext cx="5885352" cy="179176"/>
          </a:xfrm>
          <a:prstGeom prst="rect">
            <a:avLst/>
          </a:prstGeom>
        </p:spPr>
        <p:txBody>
          <a:bodyPr vert="horz" lIns="91440" tIns="45720" rIns="91440" bIns="18288" rtlCol="0" anchor="b"/>
          <a:lstStyle>
            <a:lvl1pPr algn="r">
              <a:defRPr sz="800">
                <a:solidFill>
                  <a:schemeClr val="tx1">
                    <a:tint val="75000"/>
                  </a:schemeClr>
                </a:solidFill>
              </a:defRPr>
            </a:lvl1pPr>
          </a:lstStyle>
          <a:p>
            <a:r>
              <a:rPr lang="en-US"/>
              <a:t>
              </a:t>
            </a:r>
          </a:p>
        </p:txBody>
      </p:sp>
      <p:sp>
        <p:nvSpPr>
          <p:cNvPr id="6" name="Slide Number Placeholder 5"/>
          <p:cNvSpPr>
            <a:spLocks noGrp="1"/>
          </p:cNvSpPr>
          <p:nvPr>
            <p:ph type="sldNum" sz="quarter" idx="4"/>
          </p:nvPr>
        </p:nvSpPr>
        <p:spPr>
          <a:xfrm>
            <a:off x="158407" y="164592"/>
            <a:ext cx="636727" cy="322851"/>
          </a:xfrm>
          <a:prstGeom prst="rect">
            <a:avLst/>
          </a:prstGeom>
        </p:spPr>
        <p:txBody>
          <a:bodyPr vert="horz" lIns="91440" tIns="45720" rIns="45720" bIns="45720" rtlCol="0" anchor="ctr"/>
          <a:lstStyle>
            <a:lvl1pPr algn="r">
              <a:defRPr sz="1800">
                <a:solidFill>
                  <a:schemeClr val="tx1">
                    <a:tint val="75000"/>
                  </a:schemeClr>
                </a:solidFill>
              </a:defRPr>
            </a:lvl1pPr>
          </a:lstStyle>
          <a:p>
            <a:fld id="{6D22F896-40B5-4ADD-8801-0D06FADFA095}" type="slidenum">
              <a:rPr lang="en-US" dirty="0"/>
              <a:pPr/>
              <a:t>‹#›</a:t>
            </a:fld>
            <a:endParaRPr lang="en-US"/>
          </a:p>
        </p:txBody>
      </p:sp>
      <p:sp>
        <p:nvSpPr>
          <p:cNvPr id="57" name="Rectangle 56"/>
          <p:cNvSpPr/>
          <p:nvPr/>
        </p:nvSpPr>
        <p:spPr>
          <a:xfrm>
            <a:off x="962042" y="0"/>
            <a:ext cx="4571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r" defTabSz="914400" rtl="0" eaLnBrk="1" latinLnBrk="0" hangingPunct="1">
        <a:lnSpc>
          <a:spcPct val="90000"/>
        </a:lnSpc>
        <a:spcBef>
          <a:spcPct val="0"/>
        </a:spcBef>
        <a:buNone/>
        <a:defRPr kumimoji="1" sz="3400" b="0" i="0" kern="1200" cap="none">
          <a:solidFill>
            <a:schemeClr val="tx1"/>
          </a:solidFill>
          <a:effectLst/>
          <a:latin typeface="+mj-lt"/>
          <a:ea typeface="+mj-ea"/>
          <a:cs typeface="+mj-cs"/>
        </a:defRPr>
      </a:lvl1pPr>
    </p:titleStyle>
    <p:bodyStyle>
      <a:lvl1pPr marL="34448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kumimoji="1" sz="2000" kern="1200">
          <a:solidFill>
            <a:schemeClr val="tx1"/>
          </a:solidFill>
          <a:effectLst/>
          <a:latin typeface="+mn-lt"/>
          <a:ea typeface="+mn-ea"/>
          <a:cs typeface="+mn-cs"/>
        </a:defRPr>
      </a:lvl1pPr>
      <a:lvl2pPr marL="79533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kumimoji="1" sz="1800" kern="1200">
          <a:solidFill>
            <a:schemeClr val="tx1"/>
          </a:solidFill>
          <a:effectLst/>
          <a:latin typeface="+mn-lt"/>
          <a:ea typeface="+mn-ea"/>
          <a:cs typeface="+mn-cs"/>
        </a:defRPr>
      </a:lvl2pPr>
      <a:lvl3pPr marL="125888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kumimoji="1" sz="1600" kern="1200">
          <a:solidFill>
            <a:schemeClr val="tx1"/>
          </a:solidFill>
          <a:effectLst/>
          <a:latin typeface="+mn-lt"/>
          <a:ea typeface="+mn-ea"/>
          <a:cs typeface="+mn-cs"/>
        </a:defRPr>
      </a:lvl3pPr>
      <a:lvl4pPr marL="170973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kumimoji="1" sz="1400" kern="1200">
          <a:solidFill>
            <a:schemeClr val="tx1"/>
          </a:solidFill>
          <a:effectLst/>
          <a:latin typeface="+mn-lt"/>
          <a:ea typeface="+mn-ea"/>
          <a:cs typeface="+mn-cs"/>
        </a:defRPr>
      </a:lvl4pPr>
      <a:lvl5pPr marL="217328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kumimoji="1" sz="1200" kern="1200">
          <a:solidFill>
            <a:schemeClr val="tx1"/>
          </a:solidFill>
          <a:effectLst/>
          <a:latin typeface="+mn-lt"/>
          <a:ea typeface="+mn-ea"/>
          <a:cs typeface="+mn-cs"/>
        </a:defRPr>
      </a:lvl5pPr>
      <a:lvl6pPr marL="2642616"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kumimoji="1" sz="1200" kern="1200">
          <a:solidFill>
            <a:schemeClr val="tx1"/>
          </a:solidFill>
          <a:effectLst/>
          <a:latin typeface="+mn-lt"/>
          <a:ea typeface="+mn-ea"/>
          <a:cs typeface="+mn-cs"/>
        </a:defRPr>
      </a:lvl6pPr>
      <a:lvl7pPr marL="3108960"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kumimoji="1" sz="1200" kern="1200">
          <a:solidFill>
            <a:schemeClr val="tx1"/>
          </a:solidFill>
          <a:effectLst/>
          <a:latin typeface="+mn-lt"/>
          <a:ea typeface="+mn-ea"/>
          <a:cs typeface="+mn-cs"/>
        </a:defRPr>
      </a:lvl7pPr>
      <a:lvl8pPr marL="3575304"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kumimoji="1" sz="1200" kern="1200">
          <a:solidFill>
            <a:schemeClr val="tx1"/>
          </a:solidFill>
          <a:effectLst/>
          <a:latin typeface="+mn-lt"/>
          <a:ea typeface="+mn-ea"/>
          <a:cs typeface="+mn-cs"/>
        </a:defRPr>
      </a:lvl8pPr>
      <a:lvl9pPr marL="404164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kumimoji="1" sz="1200" kern="1200">
          <a:solidFill>
            <a:schemeClr val="tx1"/>
          </a:solidFill>
          <a:effectLst/>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a:extLst>
              <a:ext uri="{FF2B5EF4-FFF2-40B4-BE49-F238E27FC236}">
                <a16:creationId xmlns:a16="http://schemas.microsoft.com/office/drawing/2014/main" id="{93B5D2FF-D4BC-468A-88D4-4087ED459E7D}"/>
              </a:ext>
            </a:extLst>
          </p:cNvPr>
          <p:cNvSpPr>
            <a:spLocks noGrp="1"/>
          </p:cNvSpPr>
          <p:nvPr>
            <p:ph type="title"/>
          </p:nvPr>
        </p:nvSpPr>
        <p:spPr>
          <a:xfrm>
            <a:off x="1938039" y="735866"/>
            <a:ext cx="7958331" cy="1574197"/>
          </a:xfrm>
        </p:spPr>
        <p:txBody>
          <a:bodyPr>
            <a:normAutofit/>
          </a:bodyPr>
          <a:lstStyle/>
          <a:p>
            <a:pPr algn="ctr"/>
            <a:r>
              <a:rPr lang="ja-JP" altLang="en-US" sz="4400" b="1"/>
              <a:t>スーパー商品管理システム</a:t>
            </a:r>
            <a:r>
              <a:rPr lang="ja-JP" altLang="en-US"/>
              <a:t>​</a:t>
            </a:r>
            <a:br>
              <a:rPr lang="ja-JP" altLang="en-US"/>
            </a:br>
            <a:r>
              <a:rPr lang="ja-JP" altLang="en-US" sz="3600" b="1"/>
              <a:t>～</a:t>
            </a:r>
            <a:r>
              <a:rPr lang="en-US" altLang="ja-JP" sz="3600" b="1" err="1"/>
              <a:t>SuperMarketManager</a:t>
            </a:r>
            <a:r>
              <a:rPr lang="ja-JP" altLang="en-US" sz="3600" b="1"/>
              <a:t>～</a:t>
            </a:r>
            <a:endParaRPr kumimoji="1" lang="ja-JP" altLang="en-US"/>
          </a:p>
        </p:txBody>
      </p:sp>
      <p:sp>
        <p:nvSpPr>
          <p:cNvPr id="5" name="コンテンツ プレースホルダー 4">
            <a:extLst>
              <a:ext uri="{FF2B5EF4-FFF2-40B4-BE49-F238E27FC236}">
                <a16:creationId xmlns:a16="http://schemas.microsoft.com/office/drawing/2014/main" id="{55038B0D-D25E-409E-9BA3-A5943990B980}"/>
              </a:ext>
            </a:extLst>
          </p:cNvPr>
          <p:cNvSpPr>
            <a:spLocks noGrp="1"/>
          </p:cNvSpPr>
          <p:nvPr>
            <p:ph idx="1"/>
          </p:nvPr>
        </p:nvSpPr>
        <p:spPr>
          <a:xfrm>
            <a:off x="1755409" y="3814010"/>
            <a:ext cx="8681181" cy="2885639"/>
          </a:xfrm>
        </p:spPr>
        <p:txBody>
          <a:bodyPr>
            <a:normAutofit fontScale="77500" lnSpcReduction="20000"/>
          </a:bodyPr>
          <a:lstStyle/>
          <a:p>
            <a:pPr marL="6160" indent="0">
              <a:buNone/>
            </a:pPr>
            <a:r>
              <a:rPr lang="ja-JP" altLang="en-US" sz="4000"/>
              <a:t>チームエブリデイ</a:t>
            </a:r>
            <a:endParaRPr lang="en-US" altLang="ja-JP" sz="4000"/>
          </a:p>
          <a:p>
            <a:pPr marL="6160" indent="0">
              <a:buNone/>
            </a:pPr>
            <a:endParaRPr lang="en-US" altLang="ja-JP" sz="2400"/>
          </a:p>
          <a:p>
            <a:pPr marL="5715" indent="0">
              <a:buNone/>
            </a:pPr>
            <a:r>
              <a:rPr lang="ja-JP" altLang="en-US" sz="3600">
                <a:ea typeface="ＭＳ Ｐゴシック"/>
              </a:rPr>
              <a:t>メンバー</a:t>
            </a:r>
            <a:endParaRPr lang="en-US" altLang="ja-JP" sz="3600">
              <a:ea typeface="ＭＳ Ｐゴシック"/>
              <a:cs typeface="Arial"/>
            </a:endParaRPr>
          </a:p>
          <a:p>
            <a:pPr marL="5715" indent="0">
              <a:buNone/>
            </a:pPr>
            <a:r>
              <a:rPr kumimoji="1" lang="ja-JP" altLang="en-US" sz="3600">
                <a:ea typeface="ＭＳ Ｐゴシック"/>
              </a:rPr>
              <a:t>リーダー　東島陽向　　</a:t>
            </a:r>
            <a:endParaRPr lang="en-US" altLang="ja-JP" sz="3600">
              <a:ea typeface="ＭＳ Ｐゴシック"/>
              <a:cs typeface="Arial"/>
            </a:endParaRPr>
          </a:p>
          <a:p>
            <a:pPr marL="5715" indent="0">
              <a:buNone/>
            </a:pPr>
            <a:r>
              <a:rPr lang="ja-JP" altLang="en-US" sz="3600">
                <a:ea typeface="ＭＳ Ｐゴシック"/>
              </a:rPr>
              <a:t>班員　渡邊　佑真　　村上　将太　嘉藤　潤</a:t>
            </a:r>
            <a:endParaRPr lang="ja-JP" altLang="en-US" sz="3600">
              <a:ea typeface="ＭＳ Ｐゴシック"/>
              <a:cs typeface="Arial"/>
            </a:endParaRPr>
          </a:p>
        </p:txBody>
      </p:sp>
    </p:spTree>
    <p:extLst>
      <p:ext uri="{BB962C8B-B14F-4D97-AF65-F5344CB8AC3E}">
        <p14:creationId xmlns:p14="http://schemas.microsoft.com/office/powerpoint/2010/main" val="22773799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0991E4-00C3-B735-88A4-ADFF6DE8687F}"/>
              </a:ext>
            </a:extLst>
          </p:cNvPr>
          <p:cNvSpPr>
            <a:spLocks noGrp="1"/>
          </p:cNvSpPr>
          <p:nvPr>
            <p:ph type="title"/>
          </p:nvPr>
        </p:nvSpPr>
        <p:spPr>
          <a:xfrm>
            <a:off x="2431333" y="925698"/>
            <a:ext cx="7958331" cy="1077229"/>
          </a:xfrm>
          <a:ln w="28575">
            <a:noFill/>
          </a:ln>
        </p:spPr>
        <p:txBody>
          <a:bodyPr>
            <a:normAutofit/>
          </a:bodyPr>
          <a:lstStyle/>
          <a:p>
            <a:pPr algn="l"/>
            <a:r>
              <a:rPr lang="ja-JP" altLang="en-US" sz="4400">
                <a:ea typeface="ＭＳ Ｐゴシック"/>
                <a:cs typeface="Arial"/>
              </a:rPr>
              <a:t>目次</a:t>
            </a:r>
          </a:p>
        </p:txBody>
      </p:sp>
      <p:sp>
        <p:nvSpPr>
          <p:cNvPr id="3" name="Content Placeholder 2">
            <a:extLst>
              <a:ext uri="{FF2B5EF4-FFF2-40B4-BE49-F238E27FC236}">
                <a16:creationId xmlns:a16="http://schemas.microsoft.com/office/drawing/2014/main" id="{261F4B80-E782-E018-E43F-61114A8B2482}"/>
              </a:ext>
            </a:extLst>
          </p:cNvPr>
          <p:cNvSpPr>
            <a:spLocks noGrp="1"/>
          </p:cNvSpPr>
          <p:nvPr>
            <p:ph idx="1"/>
          </p:nvPr>
        </p:nvSpPr>
        <p:spPr>
          <a:xfrm>
            <a:off x="2431332" y="2002927"/>
            <a:ext cx="7958331" cy="4732816"/>
          </a:xfrm>
          <a:ln w="28575">
            <a:noFill/>
          </a:ln>
        </p:spPr>
        <p:txBody>
          <a:bodyPr>
            <a:normAutofit fontScale="92500" lnSpcReduction="10000"/>
          </a:bodyPr>
          <a:lstStyle/>
          <a:p>
            <a:pPr marL="344170" indent="-337820"/>
            <a:r>
              <a:rPr lang="en-US" sz="2400">
                <a:cs typeface="Arial"/>
              </a:rPr>
              <a:t>1.　</a:t>
            </a:r>
            <a:r>
              <a:rPr lang="ja-JP" altLang="en-US" sz="2400">
                <a:ea typeface="ＭＳ Ｐゴシック"/>
                <a:cs typeface="Arial"/>
              </a:rPr>
              <a:t>システム概要</a:t>
            </a:r>
            <a:r>
              <a:rPr lang="en-US" altLang="ja-JP" sz="2400">
                <a:ea typeface="ＭＳ Ｐゴシック"/>
                <a:cs typeface="Arial"/>
              </a:rPr>
              <a:t>				</a:t>
            </a:r>
            <a:endParaRPr lang="ja-JP" altLang="en-US" sz="2400">
              <a:ea typeface="ＭＳ Ｐゴシック"/>
              <a:cs typeface="Arial"/>
            </a:endParaRPr>
          </a:p>
          <a:p>
            <a:pPr marL="344170" indent="-337820"/>
            <a:r>
              <a:rPr lang="ja-JP" altLang="en-US" sz="2400">
                <a:ea typeface="ＭＳ Ｐゴシック"/>
                <a:cs typeface="Arial"/>
              </a:rPr>
              <a:t>２．　開発背景</a:t>
            </a:r>
            <a:endParaRPr lang="en-US" altLang="ja-JP" sz="2400">
              <a:ea typeface="ＭＳ Ｐゴシック"/>
              <a:cs typeface="Arial"/>
            </a:endParaRPr>
          </a:p>
          <a:p>
            <a:pPr marL="344170" indent="-337820"/>
            <a:r>
              <a:rPr lang="ja-JP" altLang="en-US" sz="2400">
                <a:ea typeface="ＭＳ Ｐゴシック"/>
                <a:cs typeface="Arial"/>
              </a:rPr>
              <a:t>３</a:t>
            </a:r>
            <a:r>
              <a:rPr lang="en-US" altLang="ja-JP" sz="2400">
                <a:ea typeface="ＭＳ Ｐゴシック"/>
                <a:cs typeface="Arial"/>
              </a:rPr>
              <a:t>.</a:t>
            </a:r>
            <a:r>
              <a:rPr lang="ja-JP" altLang="en-US" sz="2400">
                <a:ea typeface="ＭＳ Ｐゴシック"/>
                <a:cs typeface="Arial"/>
              </a:rPr>
              <a:t>　  業務フローとシステムの位置</a:t>
            </a:r>
          </a:p>
          <a:p>
            <a:pPr marL="344170" indent="-337820"/>
            <a:r>
              <a:rPr lang="ja-JP" altLang="en-US" sz="2400">
                <a:ea typeface="ＭＳ Ｐゴシック"/>
                <a:cs typeface="Arial"/>
              </a:rPr>
              <a:t>４．　システム機能紹介</a:t>
            </a:r>
          </a:p>
          <a:p>
            <a:pPr marL="344170" indent="-337820"/>
            <a:r>
              <a:rPr lang="ja-JP" altLang="en-US" sz="2400">
                <a:ea typeface="ＭＳ Ｐゴシック"/>
                <a:cs typeface="Arial"/>
              </a:rPr>
              <a:t>5．　システム構成</a:t>
            </a:r>
            <a:endParaRPr lang="en-US" altLang="ja-JP" sz="2400">
              <a:ea typeface="ＭＳ Ｐゴシック"/>
              <a:cs typeface="Arial"/>
            </a:endParaRPr>
          </a:p>
          <a:p>
            <a:pPr marL="344170" indent="-337820"/>
            <a:r>
              <a:rPr lang="ja-JP" altLang="en-US" sz="2400">
                <a:ea typeface="ＭＳ Ｐゴシック"/>
                <a:cs typeface="Arial"/>
              </a:rPr>
              <a:t>６．　デモンストレーション</a:t>
            </a:r>
            <a:endParaRPr lang="ja-JP" sz="2400">
              <a:ea typeface="+mn-lt"/>
              <a:cs typeface="+mn-lt"/>
            </a:endParaRPr>
          </a:p>
          <a:p>
            <a:pPr marL="344170" indent="-337820"/>
            <a:r>
              <a:rPr lang="ja-JP" altLang="en-US" sz="2400">
                <a:ea typeface="ＭＳ Ｐゴシック"/>
                <a:cs typeface="Arial"/>
              </a:rPr>
              <a:t>７．　工夫したポイント・今回の反省点</a:t>
            </a:r>
          </a:p>
          <a:p>
            <a:pPr marL="344170" indent="-337820"/>
            <a:r>
              <a:rPr lang="ja-JP" altLang="en-US" sz="2400">
                <a:ea typeface="ＭＳ Ｐゴシック"/>
                <a:cs typeface="Arial"/>
              </a:rPr>
              <a:t>８．　質疑応答</a:t>
            </a:r>
          </a:p>
          <a:p>
            <a:pPr marL="344170" indent="-337820"/>
            <a:r>
              <a:rPr lang="ja-JP" altLang="en-US" sz="2400">
                <a:ea typeface="ＭＳ Ｐゴシック"/>
                <a:cs typeface="Arial"/>
              </a:rPr>
              <a:t>９．　まとめ</a:t>
            </a:r>
            <a:endParaRPr lang="ja-JP" altLang="en-US">
              <a:ea typeface="ＭＳ Ｐゴシック"/>
              <a:cs typeface="Arial"/>
            </a:endParaRPr>
          </a:p>
        </p:txBody>
      </p:sp>
    </p:spTree>
    <p:extLst>
      <p:ext uri="{BB962C8B-B14F-4D97-AF65-F5344CB8AC3E}">
        <p14:creationId xmlns:p14="http://schemas.microsoft.com/office/powerpoint/2010/main" val="38241231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B011E9-BDC0-8566-7096-33B488EA1C39}"/>
              </a:ext>
            </a:extLst>
          </p:cNvPr>
          <p:cNvSpPr>
            <a:spLocks noGrp="1"/>
          </p:cNvSpPr>
          <p:nvPr>
            <p:ph type="title"/>
          </p:nvPr>
        </p:nvSpPr>
        <p:spPr>
          <a:xfrm>
            <a:off x="2445534" y="808037"/>
            <a:ext cx="7958331" cy="1077229"/>
          </a:xfrm>
        </p:spPr>
        <p:txBody>
          <a:bodyPr>
            <a:normAutofit/>
          </a:bodyPr>
          <a:lstStyle/>
          <a:p>
            <a:pPr algn="l"/>
            <a:r>
              <a:rPr lang="ja-JP" altLang="en-US" sz="4400">
                <a:ea typeface="ＭＳ Ｐゴシック"/>
                <a:cs typeface="Arial"/>
              </a:rPr>
              <a:t>１</a:t>
            </a:r>
            <a:r>
              <a:rPr lang="en-US" sz="4400">
                <a:ea typeface="ＭＳ Ｐゴシック"/>
                <a:cs typeface="Arial"/>
              </a:rPr>
              <a:t>.</a:t>
            </a:r>
            <a:r>
              <a:rPr lang="ja-JP" altLang="en-US" sz="4400">
                <a:ea typeface="ＭＳ Ｐゴシック"/>
                <a:cs typeface="Arial"/>
              </a:rPr>
              <a:t>システム概要</a:t>
            </a:r>
            <a:endParaRPr lang="en-US" sz="4400">
              <a:ea typeface="ＭＳ Ｐゴシック"/>
              <a:cs typeface="Arial"/>
            </a:endParaRPr>
          </a:p>
        </p:txBody>
      </p:sp>
      <p:sp>
        <p:nvSpPr>
          <p:cNvPr id="4" name="TextBox 3">
            <a:extLst>
              <a:ext uri="{FF2B5EF4-FFF2-40B4-BE49-F238E27FC236}">
                <a16:creationId xmlns:a16="http://schemas.microsoft.com/office/drawing/2014/main" id="{C7B2345E-45D2-E509-A096-3B3A67AB6205}"/>
              </a:ext>
            </a:extLst>
          </p:cNvPr>
          <p:cNvSpPr txBox="1"/>
          <p:nvPr/>
        </p:nvSpPr>
        <p:spPr>
          <a:xfrm>
            <a:off x="1118937" y="2274838"/>
            <a:ext cx="10034337"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kumimoji="1" lang="ja-JP" altLang="en-US" sz="3600"/>
              <a:t>個人経営の</a:t>
            </a:r>
            <a:r>
              <a:rPr kumimoji="1" lang="ja-JP" altLang="ja-JP" sz="3600"/>
              <a:t>スーパーマーケットにおける</a:t>
            </a:r>
            <a:r>
              <a:rPr kumimoji="1" lang="ja-JP" altLang="ja-JP" sz="3600" b="1"/>
              <a:t>商品</a:t>
            </a:r>
            <a:r>
              <a:rPr kumimoji="1" lang="ja-JP" altLang="en-US" sz="3600" b="1"/>
              <a:t>情報</a:t>
            </a:r>
            <a:r>
              <a:rPr kumimoji="1" lang="ja-JP" altLang="ja-JP" sz="3600" b="1"/>
              <a:t>、発注</a:t>
            </a:r>
            <a:r>
              <a:rPr kumimoji="1" lang="ja-JP" altLang="en-US" sz="3600" b="1"/>
              <a:t>情報</a:t>
            </a:r>
            <a:r>
              <a:rPr kumimoji="1" lang="ja-JP" altLang="ja-JP" sz="3600" b="1"/>
              <a:t>、入荷</a:t>
            </a:r>
            <a:r>
              <a:rPr kumimoji="1" lang="ja-JP" altLang="en-US" sz="3600" b="1"/>
              <a:t>情報</a:t>
            </a:r>
            <a:r>
              <a:rPr kumimoji="1" lang="ja-JP" altLang="ja-JP" sz="3600" b="1"/>
              <a:t>、在庫</a:t>
            </a:r>
            <a:r>
              <a:rPr kumimoji="1" lang="ja-JP" altLang="en-US" sz="3600" b="1"/>
              <a:t>情報</a:t>
            </a:r>
            <a:r>
              <a:rPr kumimoji="1" lang="ja-JP" altLang="ja-JP" sz="3600" b="1"/>
              <a:t>、廃棄</a:t>
            </a:r>
            <a:r>
              <a:rPr kumimoji="1" lang="ja-JP" altLang="en-US" sz="3600" b="1"/>
              <a:t>情報</a:t>
            </a:r>
            <a:r>
              <a:rPr kumimoji="1" lang="ja-JP" altLang="ja-JP" sz="3600" b="1"/>
              <a:t>、</a:t>
            </a:r>
            <a:br>
              <a:rPr kumimoji="1" lang="en-US" altLang="ja-JP" sz="3600" b="1"/>
            </a:br>
            <a:r>
              <a:rPr kumimoji="1" lang="ja-JP" altLang="ja-JP" sz="3600" b="1"/>
              <a:t>ユーザー</a:t>
            </a:r>
            <a:r>
              <a:rPr kumimoji="1" lang="ja-JP" altLang="en-US" sz="3600" b="1"/>
              <a:t>情報</a:t>
            </a:r>
            <a:r>
              <a:rPr kumimoji="1" lang="ja-JP" altLang="ja-JP" sz="3600"/>
              <a:t>を一元</a:t>
            </a:r>
            <a:r>
              <a:rPr kumimoji="1" lang="ja-JP" altLang="en-US" sz="3600"/>
              <a:t>管理することで</a:t>
            </a:r>
            <a:r>
              <a:rPr lang="ja-JP" altLang="en-US" sz="3600">
                <a:ea typeface="ＭＳ Ｐゴシック"/>
                <a:cs typeface="Arial"/>
              </a:rPr>
              <a:t>業務の効率化を図る</a:t>
            </a:r>
            <a:r>
              <a:rPr kumimoji="1" lang="en-US" altLang="ja-JP" sz="3600"/>
              <a:t>Web</a:t>
            </a:r>
            <a:r>
              <a:rPr lang="ja-JP" altLang="en-US" sz="3600">
                <a:ea typeface="ＭＳ Ｐゴシック"/>
                <a:cs typeface="Arial"/>
              </a:rPr>
              <a:t>システム</a:t>
            </a:r>
            <a:endParaRPr lang="en-US" altLang="ja-JP" sz="3600">
              <a:ea typeface="ＭＳ Ｐゴシック"/>
              <a:cs typeface="Arial"/>
            </a:endParaRPr>
          </a:p>
        </p:txBody>
      </p:sp>
    </p:spTree>
    <p:extLst>
      <p:ext uri="{BB962C8B-B14F-4D97-AF65-F5344CB8AC3E}">
        <p14:creationId xmlns:p14="http://schemas.microsoft.com/office/powerpoint/2010/main" val="10204218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B34427-A72E-7F5C-D4FF-F68FFB4CA97E}"/>
              </a:ext>
            </a:extLst>
          </p:cNvPr>
          <p:cNvSpPr>
            <a:spLocks noGrp="1"/>
          </p:cNvSpPr>
          <p:nvPr>
            <p:ph type="title"/>
          </p:nvPr>
        </p:nvSpPr>
        <p:spPr>
          <a:xfrm>
            <a:off x="2483486" y="779505"/>
            <a:ext cx="7958331" cy="1077229"/>
          </a:xfrm>
        </p:spPr>
        <p:txBody>
          <a:bodyPr/>
          <a:lstStyle/>
          <a:p>
            <a:pPr algn="l"/>
            <a:r>
              <a:rPr lang="ja-JP" altLang="en-US">
                <a:cs typeface="Arial"/>
              </a:rPr>
              <a:t>２</a:t>
            </a:r>
            <a:r>
              <a:rPr lang="en-US">
                <a:cs typeface="Arial"/>
              </a:rPr>
              <a:t>. </a:t>
            </a:r>
            <a:r>
              <a:rPr lang="ja-JP" altLang="en-US" sz="4400">
                <a:cs typeface="Arial"/>
              </a:rPr>
              <a:t>開発背景・目的</a:t>
            </a:r>
            <a:endParaRPr lang="en-US">
              <a:cs typeface="Arial" panose="020B0604020202020204"/>
            </a:endParaRPr>
          </a:p>
        </p:txBody>
      </p:sp>
      <p:sp>
        <p:nvSpPr>
          <p:cNvPr id="8" name="TextBox 7">
            <a:extLst>
              <a:ext uri="{FF2B5EF4-FFF2-40B4-BE49-F238E27FC236}">
                <a16:creationId xmlns:a16="http://schemas.microsoft.com/office/drawing/2014/main" id="{38F08842-9DCC-4EAD-5C88-304C8E409CD8}"/>
              </a:ext>
            </a:extLst>
          </p:cNvPr>
          <p:cNvSpPr txBox="1"/>
          <p:nvPr/>
        </p:nvSpPr>
        <p:spPr>
          <a:xfrm>
            <a:off x="2047804" y="4031771"/>
            <a:ext cx="9104478" cy="209288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ja-JP" altLang="en-US" sz="4000" b="1"/>
              <a:t>開発目的</a:t>
            </a:r>
            <a:endParaRPr lang="ja-JP" altLang="en-US" sz="4000"/>
          </a:p>
          <a:p>
            <a:r>
              <a:rPr lang="ja-JP" altLang="en-US" sz="3000"/>
              <a:t>・在庫状況の可視化</a:t>
            </a:r>
          </a:p>
          <a:p>
            <a:r>
              <a:rPr lang="ja-JP" altLang="en-US" sz="3000"/>
              <a:t>・発注から入荷までの管理</a:t>
            </a:r>
          </a:p>
          <a:p>
            <a:r>
              <a:rPr lang="ja-JP" altLang="en-US" sz="3000"/>
              <a:t>・期限管理による食品ロス削減</a:t>
            </a:r>
          </a:p>
        </p:txBody>
      </p:sp>
      <p:sp>
        <p:nvSpPr>
          <p:cNvPr id="10" name="TextBox 9">
            <a:extLst>
              <a:ext uri="{FF2B5EF4-FFF2-40B4-BE49-F238E27FC236}">
                <a16:creationId xmlns:a16="http://schemas.microsoft.com/office/drawing/2014/main" id="{14ED0AA6-F58E-7664-6389-B5CABA4870D6}"/>
              </a:ext>
            </a:extLst>
          </p:cNvPr>
          <p:cNvSpPr txBox="1"/>
          <p:nvPr/>
        </p:nvSpPr>
        <p:spPr>
          <a:xfrm>
            <a:off x="2047804" y="1788415"/>
            <a:ext cx="7660710" cy="209288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ja-JP" altLang="en-US" sz="4000" b="1"/>
              <a:t>開発背景</a:t>
            </a:r>
          </a:p>
          <a:p>
            <a:r>
              <a:rPr lang="ja-JP" altLang="en-US" sz="3000"/>
              <a:t>・手作業による在庫管理のミス</a:t>
            </a:r>
          </a:p>
          <a:p>
            <a:r>
              <a:rPr lang="ja-JP" altLang="en-US" sz="3000"/>
              <a:t>・発注漏れ・期限切れ商品の見落とし</a:t>
            </a:r>
          </a:p>
          <a:p>
            <a:r>
              <a:rPr lang="ja-JP" altLang="en-US" sz="3000"/>
              <a:t>・廃棄商品の把握が難しい</a:t>
            </a:r>
          </a:p>
        </p:txBody>
      </p:sp>
    </p:spTree>
    <p:extLst>
      <p:ext uri="{BB962C8B-B14F-4D97-AF65-F5344CB8AC3E}">
        <p14:creationId xmlns:p14="http://schemas.microsoft.com/office/powerpoint/2010/main" val="33614633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25306C5-F55E-4B6B-9E98-96D0D56380C3}"/>
              </a:ext>
            </a:extLst>
          </p:cNvPr>
          <p:cNvSpPr>
            <a:spLocks noGrp="1"/>
          </p:cNvSpPr>
          <p:nvPr>
            <p:ph type="title"/>
          </p:nvPr>
        </p:nvSpPr>
        <p:spPr/>
        <p:txBody>
          <a:bodyPr>
            <a:normAutofit/>
          </a:bodyPr>
          <a:lstStyle/>
          <a:p>
            <a:pPr algn="l"/>
            <a:r>
              <a:rPr lang="en-US" altLang="ja-JP" sz="4400"/>
              <a:t>3.</a:t>
            </a:r>
            <a:r>
              <a:rPr lang="ja-JP" altLang="en-US" sz="4400"/>
              <a:t>業務フローとシステムの位置</a:t>
            </a:r>
            <a:endParaRPr kumimoji="1" lang="ja-JP" altLang="en-US" sz="4400"/>
          </a:p>
        </p:txBody>
      </p:sp>
      <p:sp>
        <p:nvSpPr>
          <p:cNvPr id="4" name="正方形/長方形 3">
            <a:extLst>
              <a:ext uri="{FF2B5EF4-FFF2-40B4-BE49-F238E27FC236}">
                <a16:creationId xmlns:a16="http://schemas.microsoft.com/office/drawing/2014/main" id="{5799B450-F7B2-4217-B3EA-5219427CF384}"/>
              </a:ext>
            </a:extLst>
          </p:cNvPr>
          <p:cNvSpPr/>
          <p:nvPr/>
        </p:nvSpPr>
        <p:spPr>
          <a:xfrm>
            <a:off x="1803746" y="1650583"/>
            <a:ext cx="3261549" cy="4846470"/>
          </a:xfrm>
          <a:prstGeom prst="rect">
            <a:avLst/>
          </a:prstGeom>
        </p:spPr>
        <p:txBody>
          <a:bodyPr wrap="square">
            <a:spAutoFit/>
          </a:bodyPr>
          <a:lstStyle/>
          <a:p>
            <a:r>
              <a:rPr lang="ja-JP" altLang="en-US" sz="2800">
                <a:latin typeface="+mn-ea"/>
              </a:rPr>
              <a:t>在庫確認</a:t>
            </a:r>
          </a:p>
          <a:p>
            <a:r>
              <a:rPr lang="ja-JP" altLang="en-US" sz="2800">
                <a:latin typeface="+mn-ea"/>
              </a:rPr>
              <a:t>↓</a:t>
            </a:r>
            <a:r>
              <a:rPr lang="en-US" altLang="ja-JP" sz="2800">
                <a:latin typeface="+mn-ea"/>
              </a:rPr>
              <a:t>	</a:t>
            </a:r>
            <a:r>
              <a:rPr lang="ja-JP" altLang="en-US" sz="2800" err="1">
                <a:latin typeface="+mn-ea"/>
              </a:rPr>
              <a:t>ー</a:t>
            </a:r>
            <a:r>
              <a:rPr lang="ja-JP" altLang="en-US" sz="2800">
                <a:latin typeface="+mn-ea"/>
              </a:rPr>
              <a:t>ー→商品追加</a:t>
            </a:r>
          </a:p>
          <a:p>
            <a:r>
              <a:rPr lang="ja-JP" altLang="en-US" sz="2800">
                <a:latin typeface="+mn-ea"/>
              </a:rPr>
              <a:t>発注　</a:t>
            </a:r>
          </a:p>
          <a:p>
            <a:r>
              <a:rPr lang="ja-JP" altLang="en-US" sz="2800">
                <a:latin typeface="+mn-ea"/>
              </a:rPr>
              <a:t>↓</a:t>
            </a:r>
          </a:p>
          <a:p>
            <a:r>
              <a:rPr lang="ja-JP" altLang="en-US" sz="2800">
                <a:latin typeface="+mn-ea"/>
              </a:rPr>
              <a:t>入荷</a:t>
            </a:r>
          </a:p>
          <a:p>
            <a:r>
              <a:rPr lang="ja-JP" altLang="en-US" sz="2800">
                <a:latin typeface="+mn-ea"/>
              </a:rPr>
              <a:t>↓</a:t>
            </a:r>
          </a:p>
          <a:p>
            <a:r>
              <a:rPr lang="ja-JP" altLang="en-US" sz="2800">
                <a:latin typeface="+mn-ea"/>
              </a:rPr>
              <a:t>在庫反映</a:t>
            </a:r>
          </a:p>
          <a:p>
            <a:r>
              <a:rPr lang="ja-JP" altLang="en-US" sz="2800">
                <a:latin typeface="+mn-ea"/>
              </a:rPr>
              <a:t>↓</a:t>
            </a:r>
          </a:p>
          <a:p>
            <a:r>
              <a:rPr lang="ja-JP" altLang="en-US" sz="2800">
                <a:latin typeface="+mn-ea"/>
              </a:rPr>
              <a:t>期限確認</a:t>
            </a:r>
          </a:p>
          <a:p>
            <a:r>
              <a:rPr lang="ja-JP" altLang="en-US" sz="2800">
                <a:latin typeface="+mn-ea"/>
              </a:rPr>
              <a:t>↓</a:t>
            </a:r>
          </a:p>
          <a:p>
            <a:r>
              <a:rPr lang="ja-JP" altLang="en-US" sz="2800">
                <a:latin typeface="+mn-ea"/>
              </a:rPr>
              <a:t>廃棄処理</a:t>
            </a:r>
            <a:endParaRPr lang="ja-JP" altLang="en-US">
              <a:latin typeface="+mn-ea"/>
            </a:endParaRPr>
          </a:p>
        </p:txBody>
      </p:sp>
      <p:sp>
        <p:nvSpPr>
          <p:cNvPr id="5" name="正方形/長方形 4">
            <a:extLst>
              <a:ext uri="{FF2B5EF4-FFF2-40B4-BE49-F238E27FC236}">
                <a16:creationId xmlns:a16="http://schemas.microsoft.com/office/drawing/2014/main" id="{6909A884-980B-455A-B59F-3F55104E43EC}"/>
              </a:ext>
            </a:extLst>
          </p:cNvPr>
          <p:cNvSpPr/>
          <p:nvPr/>
        </p:nvSpPr>
        <p:spPr>
          <a:xfrm>
            <a:off x="5336087" y="2836260"/>
            <a:ext cx="4529807" cy="2554545"/>
          </a:xfrm>
          <a:prstGeom prst="rect">
            <a:avLst/>
          </a:prstGeom>
        </p:spPr>
        <p:txBody>
          <a:bodyPr wrap="square">
            <a:spAutoFit/>
          </a:bodyPr>
          <a:lstStyle/>
          <a:p>
            <a:r>
              <a:rPr lang="ja-JP" altLang="en-US" sz="3200" b="1">
                <a:latin typeface="+mn-ea"/>
              </a:rPr>
              <a:t>システムが関わる部分</a:t>
            </a:r>
          </a:p>
          <a:p>
            <a:pPr>
              <a:buFont typeface="Arial" panose="020B0604020202020204" pitchFamily="34" charset="0"/>
              <a:buChar char="•"/>
            </a:pPr>
            <a:r>
              <a:rPr lang="ja-JP" altLang="en-US" sz="3200">
                <a:latin typeface="+mn-ea"/>
              </a:rPr>
              <a:t>発注管理</a:t>
            </a:r>
          </a:p>
          <a:p>
            <a:pPr>
              <a:buFont typeface="Arial" panose="020B0604020202020204" pitchFamily="34" charset="0"/>
              <a:buChar char="•"/>
            </a:pPr>
            <a:r>
              <a:rPr lang="ja-JP" altLang="en-US" sz="3200">
                <a:latin typeface="+mn-ea"/>
              </a:rPr>
              <a:t>入荷処理</a:t>
            </a:r>
          </a:p>
          <a:p>
            <a:pPr>
              <a:buFont typeface="Arial" panose="020B0604020202020204" pitchFamily="34" charset="0"/>
              <a:buChar char="•"/>
            </a:pPr>
            <a:r>
              <a:rPr lang="ja-JP" altLang="en-US" sz="3200">
                <a:latin typeface="+mn-ea"/>
              </a:rPr>
              <a:t>在庫管理</a:t>
            </a:r>
          </a:p>
          <a:p>
            <a:pPr>
              <a:buFont typeface="Arial" panose="020B0604020202020204" pitchFamily="34" charset="0"/>
              <a:buChar char="•"/>
            </a:pPr>
            <a:r>
              <a:rPr lang="ja-JP" altLang="en-US" sz="3200">
                <a:latin typeface="+mn-ea"/>
              </a:rPr>
              <a:t>廃棄管理</a:t>
            </a:r>
            <a:endParaRPr lang="ja-JP" altLang="en-US" sz="2800">
              <a:latin typeface="+mn-ea"/>
            </a:endParaRPr>
          </a:p>
        </p:txBody>
      </p:sp>
      <p:cxnSp>
        <p:nvCxnSpPr>
          <p:cNvPr id="12" name="直線コネクタ 11">
            <a:extLst>
              <a:ext uri="{FF2B5EF4-FFF2-40B4-BE49-F238E27FC236}">
                <a16:creationId xmlns:a16="http://schemas.microsoft.com/office/drawing/2014/main" id="{079FC4C7-B3B1-4EBC-97EB-26A175FB00F9}"/>
              </a:ext>
            </a:extLst>
          </p:cNvPr>
          <p:cNvCxnSpPr>
            <a:cxnSpLocks/>
          </p:cNvCxnSpPr>
          <p:nvPr/>
        </p:nvCxnSpPr>
        <p:spPr>
          <a:xfrm>
            <a:off x="4199021" y="2586789"/>
            <a:ext cx="0" cy="249471"/>
          </a:xfrm>
          <a:prstGeom prst="line">
            <a:avLst/>
          </a:prstGeom>
          <a:ln w="31750">
            <a:solidFill>
              <a:schemeClr val="tx1"/>
            </a:solidFill>
          </a:ln>
        </p:spPr>
        <p:style>
          <a:lnRef idx="1">
            <a:schemeClr val="dk1"/>
          </a:lnRef>
          <a:fillRef idx="0">
            <a:schemeClr val="dk1"/>
          </a:fillRef>
          <a:effectRef idx="0">
            <a:schemeClr val="dk1"/>
          </a:effectRef>
          <a:fontRef idx="minor">
            <a:schemeClr val="tx1"/>
          </a:fontRef>
        </p:style>
      </p:cxnSp>
      <p:cxnSp>
        <p:nvCxnSpPr>
          <p:cNvPr id="32" name="直線矢印コネクタ 31">
            <a:extLst>
              <a:ext uri="{FF2B5EF4-FFF2-40B4-BE49-F238E27FC236}">
                <a16:creationId xmlns:a16="http://schemas.microsoft.com/office/drawing/2014/main" id="{316D8872-564B-4661-A16D-C5599D89CE76}"/>
              </a:ext>
            </a:extLst>
          </p:cNvPr>
          <p:cNvCxnSpPr>
            <a:cxnSpLocks/>
          </p:cNvCxnSpPr>
          <p:nvPr/>
        </p:nvCxnSpPr>
        <p:spPr>
          <a:xfrm flipH="1">
            <a:off x="2707105" y="2836260"/>
            <a:ext cx="1491917" cy="0"/>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76809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1E8F9B-4FE9-76DC-F5A1-F13628BDCAB3}"/>
              </a:ext>
            </a:extLst>
          </p:cNvPr>
          <p:cNvSpPr>
            <a:spLocks noGrp="1"/>
          </p:cNvSpPr>
          <p:nvPr>
            <p:ph type="title"/>
          </p:nvPr>
        </p:nvSpPr>
        <p:spPr>
          <a:xfrm>
            <a:off x="2545112" y="754777"/>
            <a:ext cx="7958331" cy="1077229"/>
          </a:xfrm>
        </p:spPr>
        <p:txBody>
          <a:bodyPr/>
          <a:lstStyle/>
          <a:p>
            <a:pPr algn="l"/>
            <a:r>
              <a:rPr lang="en-US" sz="4800">
                <a:cs typeface="Arial"/>
              </a:rPr>
              <a:t>4.</a:t>
            </a:r>
            <a:r>
              <a:rPr lang="ja-JP" altLang="en-US" sz="4800">
                <a:ea typeface="ＭＳ Ｐゴシック"/>
                <a:cs typeface="Arial"/>
              </a:rPr>
              <a:t>システム機能紹介</a:t>
            </a:r>
            <a:r>
              <a:rPr lang="en-US" sz="4400">
                <a:cs typeface="Arial"/>
              </a:rPr>
              <a:t> </a:t>
            </a:r>
            <a:endParaRPr lang="en-US">
              <a:cs typeface="Arial"/>
            </a:endParaRPr>
          </a:p>
        </p:txBody>
      </p:sp>
      <p:sp>
        <p:nvSpPr>
          <p:cNvPr id="3" name="TextBox 2">
            <a:extLst>
              <a:ext uri="{FF2B5EF4-FFF2-40B4-BE49-F238E27FC236}">
                <a16:creationId xmlns:a16="http://schemas.microsoft.com/office/drawing/2014/main" id="{42D59A73-2AEF-96A1-79D5-D07DDBA3EB9B}"/>
              </a:ext>
            </a:extLst>
          </p:cNvPr>
          <p:cNvSpPr txBox="1"/>
          <p:nvPr/>
        </p:nvSpPr>
        <p:spPr>
          <a:xfrm>
            <a:off x="2294308" y="1613520"/>
            <a:ext cx="8459937" cy="489364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ja-JP" altLang="en-US" sz="2400">
                <a:ea typeface="ＭＳ Ｐゴシック"/>
                <a:cs typeface="Arial"/>
              </a:rPr>
              <a:t>⓵ログイン機能</a:t>
            </a:r>
          </a:p>
          <a:p>
            <a:endParaRPr lang="ja-JP" altLang="en-US" sz="2400">
              <a:ea typeface="ＭＳ Ｐゴシック"/>
              <a:cs typeface="Arial"/>
            </a:endParaRPr>
          </a:p>
          <a:p>
            <a:r>
              <a:rPr lang="ja-JP" altLang="en-US" sz="2400">
                <a:ea typeface="ＭＳ Ｐゴシック"/>
                <a:cs typeface="Arial"/>
              </a:rPr>
              <a:t>⓶ユーザー新規登録</a:t>
            </a:r>
          </a:p>
          <a:p>
            <a:endParaRPr lang="ja-JP" altLang="en-US" sz="2400">
              <a:ea typeface="ＭＳ Ｐゴシック"/>
              <a:cs typeface="Arial"/>
            </a:endParaRPr>
          </a:p>
          <a:p>
            <a:r>
              <a:rPr lang="ja-JP" altLang="en-US" sz="2400">
                <a:ea typeface="ＭＳ Ｐゴシック"/>
                <a:cs typeface="Arial"/>
              </a:rPr>
              <a:t>⓷パスワード再設定機能</a:t>
            </a:r>
          </a:p>
          <a:p>
            <a:endParaRPr lang="ja-JP" altLang="en-US" sz="2400">
              <a:ea typeface="ＭＳ Ｐゴシック"/>
              <a:cs typeface="Arial"/>
            </a:endParaRPr>
          </a:p>
          <a:p>
            <a:r>
              <a:rPr lang="ja-JP" altLang="en-US" sz="2400">
                <a:ea typeface="ＭＳ Ｐゴシック"/>
                <a:cs typeface="Arial"/>
              </a:rPr>
              <a:t>⓸商品発注・追加・入荷・発注履歴閲覧機能</a:t>
            </a:r>
          </a:p>
          <a:p>
            <a:endParaRPr lang="ja-JP" altLang="en-US" sz="2400">
              <a:ea typeface="ＭＳ Ｐゴシック"/>
              <a:cs typeface="Arial"/>
            </a:endParaRPr>
          </a:p>
          <a:p>
            <a:r>
              <a:rPr lang="ja-JP" altLang="en-US" sz="2400">
                <a:ea typeface="ＭＳ Ｐゴシック"/>
                <a:cs typeface="Arial"/>
              </a:rPr>
              <a:t>⓹商品在庫一覧・編集機能</a:t>
            </a:r>
          </a:p>
          <a:p>
            <a:endParaRPr lang="ja-JP" altLang="en-US" sz="2400">
              <a:ea typeface="ＭＳ Ｐゴシック"/>
              <a:cs typeface="Arial"/>
            </a:endParaRPr>
          </a:p>
          <a:p>
            <a:r>
              <a:rPr lang="ja-JP" altLang="en-US" sz="2400">
                <a:ea typeface="ＭＳ Ｐゴシック"/>
                <a:cs typeface="Arial"/>
              </a:rPr>
              <a:t>⓺廃棄商品一覧</a:t>
            </a:r>
          </a:p>
          <a:p>
            <a:endParaRPr lang="ja-JP" altLang="en-US" sz="2400">
              <a:ea typeface="ＭＳ Ｐゴシック"/>
              <a:cs typeface="Arial"/>
            </a:endParaRPr>
          </a:p>
          <a:p>
            <a:r>
              <a:rPr lang="ja-JP" altLang="en-US" sz="2400">
                <a:ea typeface="ＭＳ Ｐゴシック"/>
                <a:cs typeface="Arial"/>
              </a:rPr>
              <a:t>⓻ユーザー管理・編集機能</a:t>
            </a:r>
          </a:p>
        </p:txBody>
      </p:sp>
    </p:spTree>
    <p:extLst>
      <p:ext uri="{BB962C8B-B14F-4D97-AF65-F5344CB8AC3E}">
        <p14:creationId xmlns:p14="http://schemas.microsoft.com/office/powerpoint/2010/main" val="18794455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AAAC63-517D-8161-0B09-486A48E56D51}"/>
              </a:ext>
            </a:extLst>
          </p:cNvPr>
          <p:cNvSpPr>
            <a:spLocks noGrp="1"/>
          </p:cNvSpPr>
          <p:nvPr>
            <p:ph type="title"/>
          </p:nvPr>
        </p:nvSpPr>
        <p:spPr>
          <a:xfrm>
            <a:off x="2491493" y="729459"/>
            <a:ext cx="7958331" cy="1077229"/>
          </a:xfrm>
        </p:spPr>
        <p:txBody>
          <a:bodyPr/>
          <a:lstStyle/>
          <a:p>
            <a:pPr algn="l"/>
            <a:r>
              <a:rPr lang="ja-JP" altLang="en-US" sz="4400">
                <a:cs typeface="Arial"/>
              </a:rPr>
              <a:t>５</a:t>
            </a:r>
            <a:r>
              <a:rPr lang="en-US" sz="4400">
                <a:cs typeface="Arial"/>
              </a:rPr>
              <a:t>.　</a:t>
            </a:r>
            <a:r>
              <a:rPr lang="ja-JP" altLang="en-US" sz="4400">
                <a:ea typeface="ＭＳ Ｐゴシック"/>
                <a:cs typeface="Arial"/>
              </a:rPr>
              <a:t>システム構成</a:t>
            </a:r>
            <a:endParaRPr lang="en-US">
              <a:ea typeface="ＭＳ Ｐゴシック"/>
              <a:cs typeface="Arial" panose="020B0604020202020204"/>
            </a:endParaRPr>
          </a:p>
        </p:txBody>
      </p:sp>
      <p:sp>
        <p:nvSpPr>
          <p:cNvPr id="3" name="TextBox 2">
            <a:extLst>
              <a:ext uri="{FF2B5EF4-FFF2-40B4-BE49-F238E27FC236}">
                <a16:creationId xmlns:a16="http://schemas.microsoft.com/office/drawing/2014/main" id="{62BDD0D6-E1BF-690E-32B0-BB24DBEDAC24}"/>
              </a:ext>
            </a:extLst>
          </p:cNvPr>
          <p:cNvSpPr txBox="1"/>
          <p:nvPr/>
        </p:nvSpPr>
        <p:spPr>
          <a:xfrm>
            <a:off x="1742176" y="1648655"/>
            <a:ext cx="9085596"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a:cs typeface="Arial"/>
              </a:rPr>
              <a:t>PHP(HTML</a:t>
            </a:r>
            <a:r>
              <a:rPr lang="ja-JP" altLang="en-US" sz="3200">
                <a:ea typeface="ＭＳ Ｐゴシック"/>
                <a:cs typeface="Arial"/>
              </a:rPr>
              <a:t>内包)/CSS → MySQL(データベース)</a:t>
            </a:r>
          </a:p>
        </p:txBody>
      </p:sp>
      <p:sp>
        <p:nvSpPr>
          <p:cNvPr id="4" name="TextBox 3">
            <a:extLst>
              <a:ext uri="{FF2B5EF4-FFF2-40B4-BE49-F238E27FC236}">
                <a16:creationId xmlns:a16="http://schemas.microsoft.com/office/drawing/2014/main" id="{4DCC1966-F294-2182-4623-C9D63210357A}"/>
              </a:ext>
            </a:extLst>
          </p:cNvPr>
          <p:cNvSpPr txBox="1"/>
          <p:nvPr/>
        </p:nvSpPr>
        <p:spPr>
          <a:xfrm>
            <a:off x="1792117" y="2660173"/>
            <a:ext cx="7980521" cy="34470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3600">
                <a:cs typeface="Arial"/>
              </a:rPr>
              <a:t>◎</a:t>
            </a:r>
            <a:r>
              <a:rPr lang="ja-JP" altLang="en-US" sz="3600">
                <a:ea typeface="ＭＳ Ｐゴシック"/>
                <a:cs typeface="Arial"/>
              </a:rPr>
              <a:t>使用した言語・技術</a:t>
            </a:r>
          </a:p>
          <a:p>
            <a:endParaRPr lang="ja-JP" altLang="en-US" sz="2400">
              <a:ea typeface="ＭＳ Ｐゴシック"/>
              <a:cs typeface="Arial"/>
            </a:endParaRPr>
          </a:p>
          <a:p>
            <a:pPr marL="285750" indent="-285750">
              <a:buFont typeface="Arial"/>
              <a:buChar char="•"/>
            </a:pPr>
            <a:r>
              <a:rPr lang="ja-JP" sz="2800">
                <a:ea typeface="+mn-lt"/>
                <a:cs typeface="+mn-lt"/>
              </a:rPr>
              <a:t>HTML</a:t>
            </a:r>
            <a:endParaRPr lang="ja-JP" sz="2800">
              <a:ea typeface="ＭＳ Ｐゴシック"/>
              <a:cs typeface="Arial"/>
            </a:endParaRPr>
          </a:p>
          <a:p>
            <a:pPr marL="285750" indent="-285750">
              <a:buFont typeface="Arial"/>
              <a:buChar char="•"/>
            </a:pPr>
            <a:r>
              <a:rPr lang="ja-JP" sz="2800">
                <a:ea typeface="+mn-lt"/>
                <a:cs typeface="+mn-lt"/>
              </a:rPr>
              <a:t>CSS</a:t>
            </a:r>
            <a:endParaRPr lang="ja-JP" sz="2800">
              <a:ea typeface="ＭＳ Ｐゴシック"/>
              <a:cs typeface="Arial"/>
            </a:endParaRPr>
          </a:p>
          <a:p>
            <a:pPr marL="285750" indent="-285750">
              <a:buFont typeface="Arial"/>
              <a:buChar char="•"/>
            </a:pPr>
            <a:r>
              <a:rPr lang="ja-JP" sz="2800">
                <a:ea typeface="+mn-lt"/>
                <a:cs typeface="+mn-lt"/>
              </a:rPr>
              <a:t>PHP</a:t>
            </a:r>
            <a:endParaRPr lang="ja-JP" sz="2800">
              <a:ea typeface="ＭＳ Ｐゴシック"/>
              <a:cs typeface="Arial"/>
            </a:endParaRPr>
          </a:p>
          <a:p>
            <a:pPr marL="285750" indent="-285750">
              <a:buFont typeface="Arial"/>
              <a:buChar char="•"/>
            </a:pPr>
            <a:r>
              <a:rPr lang="ja-JP" sz="2800">
                <a:ea typeface="+mn-lt"/>
                <a:cs typeface="+mn-lt"/>
              </a:rPr>
              <a:t>MySQL</a:t>
            </a:r>
            <a:endParaRPr lang="ja-JP" sz="2800">
              <a:ea typeface="ＭＳ Ｐゴシック"/>
              <a:cs typeface="Arial"/>
            </a:endParaRPr>
          </a:p>
          <a:p>
            <a:pPr marL="285750" indent="-285750">
              <a:buFont typeface="Arial"/>
              <a:buChar char="•"/>
            </a:pPr>
            <a:r>
              <a:rPr lang="ja-JP" sz="2800">
                <a:ea typeface="+mn-lt"/>
                <a:cs typeface="+mn-lt"/>
              </a:rPr>
              <a:t>XAMPP</a:t>
            </a:r>
            <a:endParaRPr lang="ja-JP" sz="2800">
              <a:ea typeface="ＭＳ Ｐゴシック"/>
              <a:cs typeface="Arial"/>
            </a:endParaRPr>
          </a:p>
          <a:p>
            <a:endParaRPr lang="ja-JP" altLang="en-US">
              <a:ea typeface="ＭＳ Ｐゴシック"/>
              <a:cs typeface="Arial"/>
            </a:endParaRPr>
          </a:p>
        </p:txBody>
      </p:sp>
    </p:spTree>
    <p:extLst>
      <p:ext uri="{BB962C8B-B14F-4D97-AF65-F5344CB8AC3E}">
        <p14:creationId xmlns:p14="http://schemas.microsoft.com/office/powerpoint/2010/main" val="26006262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9BFD8B-B981-E271-8ECF-23534922BD47}"/>
              </a:ext>
            </a:extLst>
          </p:cNvPr>
          <p:cNvSpPr>
            <a:spLocks noGrp="1"/>
          </p:cNvSpPr>
          <p:nvPr>
            <p:ph type="title"/>
          </p:nvPr>
        </p:nvSpPr>
        <p:spPr/>
        <p:txBody>
          <a:bodyPr>
            <a:normAutofit/>
          </a:bodyPr>
          <a:lstStyle/>
          <a:p>
            <a:pPr algn="l"/>
            <a:r>
              <a:rPr lang="en-US" sz="4800">
                <a:cs typeface="Arial"/>
              </a:rPr>
              <a:t>6.　</a:t>
            </a:r>
            <a:r>
              <a:rPr lang="ja-JP" altLang="en-US" sz="4800">
                <a:ea typeface="ＭＳ Ｐゴシック"/>
                <a:cs typeface="Arial"/>
              </a:rPr>
              <a:t>デモ</a:t>
            </a:r>
            <a:endParaRPr lang="en-US" sz="4800">
              <a:ea typeface="ＭＳ Ｐゴシック"/>
              <a:cs typeface="Arial" panose="020B0604020202020204"/>
            </a:endParaRPr>
          </a:p>
        </p:txBody>
      </p:sp>
      <p:pic>
        <p:nvPicPr>
          <p:cNvPr id="3" name="Picture 2">
            <a:extLst>
              <a:ext uri="{FF2B5EF4-FFF2-40B4-BE49-F238E27FC236}">
                <a16:creationId xmlns:a16="http://schemas.microsoft.com/office/drawing/2014/main" id="{604FC566-8B67-3DC7-7235-6E49B67DA768}"/>
              </a:ext>
            </a:extLst>
          </p:cNvPr>
          <p:cNvPicPr>
            <a:picLocks noChangeAspect="1"/>
          </p:cNvPicPr>
          <p:nvPr/>
        </p:nvPicPr>
        <p:blipFill>
          <a:blip r:embed="rId3"/>
          <a:stretch>
            <a:fillRect/>
          </a:stretch>
        </p:blipFill>
        <p:spPr>
          <a:xfrm>
            <a:off x="3688655" y="1897499"/>
            <a:ext cx="4459787" cy="3344840"/>
          </a:xfrm>
          <a:prstGeom prst="rect">
            <a:avLst/>
          </a:prstGeom>
        </p:spPr>
      </p:pic>
    </p:spTree>
    <p:extLst>
      <p:ext uri="{BB962C8B-B14F-4D97-AF65-F5344CB8AC3E}">
        <p14:creationId xmlns:p14="http://schemas.microsoft.com/office/powerpoint/2010/main" val="16386416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5B12A5-C665-7681-B20F-07DAC30D587A}"/>
              </a:ext>
            </a:extLst>
          </p:cNvPr>
          <p:cNvSpPr>
            <a:spLocks noGrp="1"/>
          </p:cNvSpPr>
          <p:nvPr>
            <p:ph type="title"/>
          </p:nvPr>
        </p:nvSpPr>
        <p:spPr>
          <a:xfrm>
            <a:off x="2371593" y="641581"/>
            <a:ext cx="9432330" cy="958191"/>
          </a:xfrm>
        </p:spPr>
        <p:txBody>
          <a:bodyPr>
            <a:noAutofit/>
          </a:bodyPr>
          <a:lstStyle/>
          <a:p>
            <a:pPr marL="344170" indent="-337820" algn="l">
              <a:lnSpc>
                <a:spcPct val="120000"/>
              </a:lnSpc>
              <a:spcBef>
                <a:spcPts val="500"/>
              </a:spcBef>
              <a:spcAft>
                <a:spcPts val="600"/>
              </a:spcAft>
              <a:buFont typeface="Arial"/>
              <a:buChar char="•"/>
            </a:pPr>
            <a:r>
              <a:rPr lang="en-US" altLang="ja-JP" sz="4000" dirty="0">
                <a:ea typeface="ＭＳ Ｐゴシック"/>
                <a:cs typeface="Arial"/>
              </a:rPr>
              <a:t>7</a:t>
            </a:r>
            <a:r>
              <a:rPr lang="ja-JP" altLang="en-US" sz="4000" dirty="0" err="1">
                <a:ea typeface="ＭＳ Ｐゴシック"/>
                <a:cs typeface="Arial"/>
              </a:rPr>
              <a:t>．</a:t>
            </a:r>
            <a:r>
              <a:rPr lang="ja-JP" altLang="en-US" sz="4000" dirty="0">
                <a:ea typeface="ＭＳ Ｐゴシック"/>
                <a:cs typeface="Arial"/>
              </a:rPr>
              <a:t>工夫したポイント・今回の反省点</a:t>
            </a:r>
            <a:endParaRPr lang="en-US" sz="4000" dirty="0">
              <a:ea typeface="ＭＳ Ｐゴシック"/>
              <a:cs typeface="Arial"/>
            </a:endParaRPr>
          </a:p>
        </p:txBody>
      </p:sp>
      <p:sp>
        <p:nvSpPr>
          <p:cNvPr id="3" name="TextBox 2">
            <a:extLst>
              <a:ext uri="{FF2B5EF4-FFF2-40B4-BE49-F238E27FC236}">
                <a16:creationId xmlns:a16="http://schemas.microsoft.com/office/drawing/2014/main" id="{55AFCA90-5B6A-CF6E-EB7C-3CD6D07FF752}"/>
              </a:ext>
            </a:extLst>
          </p:cNvPr>
          <p:cNvSpPr txBox="1"/>
          <p:nvPr/>
        </p:nvSpPr>
        <p:spPr>
          <a:xfrm>
            <a:off x="2200073" y="1294037"/>
            <a:ext cx="6757555" cy="15696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ja-JP" altLang="en-US" sz="2400" dirty="0">
                <a:ea typeface="ＭＳ Ｐゴシック"/>
                <a:cs typeface="Arial"/>
              </a:rPr>
              <a:t>●工夫したポイント</a:t>
            </a:r>
            <a:endParaRPr lang="en-US" sz="2400" dirty="0">
              <a:ea typeface="ＭＳ Ｐゴシック"/>
              <a:cs typeface="Arial"/>
            </a:endParaRPr>
          </a:p>
          <a:p>
            <a:pPr algn="l"/>
            <a:r>
              <a:rPr lang="en-US" sz="2400" dirty="0">
                <a:cs typeface="Arial"/>
              </a:rPr>
              <a:t>・JAN</a:t>
            </a:r>
            <a:r>
              <a:rPr lang="ja-JP" altLang="en-US" sz="2400" dirty="0">
                <a:ea typeface="ＭＳ Ｐゴシック"/>
                <a:cs typeface="Arial"/>
              </a:rPr>
              <a:t>コードの自動補完機能</a:t>
            </a:r>
            <a:endParaRPr lang="ja-JP" sz="2400" dirty="0">
              <a:ea typeface="ＭＳ Ｐゴシック"/>
              <a:cs typeface="Arial"/>
            </a:endParaRPr>
          </a:p>
          <a:p>
            <a:endParaRPr lang="ja-JP" altLang="en-US" sz="2400" dirty="0">
              <a:ea typeface="ＭＳ Ｐゴシック"/>
              <a:cs typeface="Arial"/>
            </a:endParaRPr>
          </a:p>
          <a:p>
            <a:r>
              <a:rPr lang="ja-JP" altLang="en-US" sz="2400" dirty="0">
                <a:ea typeface="ＭＳ Ｐゴシック"/>
                <a:cs typeface="Arial"/>
              </a:rPr>
              <a:t>・　権限チェック機能</a:t>
            </a:r>
            <a:endParaRPr lang="ja-JP" altLang="en-US" sz="2800" dirty="0">
              <a:ea typeface="ＭＳ Ｐゴシック"/>
              <a:cs typeface="Arial"/>
            </a:endParaRPr>
          </a:p>
        </p:txBody>
      </p:sp>
      <p:sp>
        <p:nvSpPr>
          <p:cNvPr id="4" name="TextBox 3">
            <a:extLst>
              <a:ext uri="{FF2B5EF4-FFF2-40B4-BE49-F238E27FC236}">
                <a16:creationId xmlns:a16="http://schemas.microsoft.com/office/drawing/2014/main" id="{4946ADA9-1374-A7E0-F9B1-54A7BD1D233D}"/>
              </a:ext>
            </a:extLst>
          </p:cNvPr>
          <p:cNvSpPr txBox="1"/>
          <p:nvPr/>
        </p:nvSpPr>
        <p:spPr>
          <a:xfrm>
            <a:off x="2200073" y="2863697"/>
            <a:ext cx="7939010" cy="378565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ja-JP" altLang="en-US" sz="2400" dirty="0">
                <a:ea typeface="ＭＳ Ｐゴシック"/>
                <a:cs typeface="Arial"/>
              </a:rPr>
              <a:t>●今回の反省点</a:t>
            </a:r>
          </a:p>
          <a:p>
            <a:r>
              <a:rPr lang="ja-JP" altLang="en-US" sz="2400" dirty="0">
                <a:ea typeface="ＭＳ Ｐゴシック"/>
                <a:cs typeface="Arial"/>
              </a:rPr>
              <a:t>・　</a:t>
            </a:r>
            <a:r>
              <a:rPr lang="ja-JP" sz="2400">
                <a:ea typeface="ＭＳ Ｐゴシック"/>
                <a:cs typeface="Arial"/>
              </a:rPr>
              <a:t>UIの</a:t>
            </a:r>
            <a:r>
              <a:rPr lang="ja-JP" altLang="en-US" sz="2400" dirty="0">
                <a:ea typeface="ＭＳ Ｐゴシック"/>
                <a:cs typeface="Arial"/>
              </a:rPr>
              <a:t>全体的な統一</a:t>
            </a:r>
            <a:endParaRPr lang="en-US" altLang="ja-JP" sz="2400" dirty="0">
              <a:ea typeface="ＭＳ Ｐゴシック"/>
              <a:cs typeface="Arial"/>
            </a:endParaRPr>
          </a:p>
          <a:p>
            <a:endParaRPr lang="ja-JP" altLang="en-US" sz="2400" dirty="0">
              <a:ea typeface="ＭＳ Ｐゴシック"/>
              <a:cs typeface="Arial"/>
            </a:endParaRPr>
          </a:p>
          <a:p>
            <a:r>
              <a:rPr lang="ja-JP" altLang="en-US" sz="2400" dirty="0">
                <a:ea typeface="ＭＳ Ｐゴシック"/>
                <a:cs typeface="Arial"/>
              </a:rPr>
              <a:t>・　</a:t>
            </a:r>
            <a:r>
              <a:rPr lang="ja-JP" sz="2400" dirty="0">
                <a:ea typeface="ＭＳ Ｐゴシック"/>
                <a:cs typeface="Arial"/>
              </a:rPr>
              <a:t>表示するデバイスごとの自動</a:t>
            </a:r>
            <a:r>
              <a:rPr lang="ja-JP" altLang="en-US" sz="2400" dirty="0">
                <a:ea typeface="ＭＳ Ｐゴシック"/>
                <a:cs typeface="Arial"/>
              </a:rPr>
              <a:t>縦横比</a:t>
            </a:r>
            <a:r>
              <a:rPr lang="ja-JP" sz="2400" dirty="0">
                <a:ea typeface="ＭＳ Ｐゴシック"/>
                <a:cs typeface="Arial"/>
              </a:rPr>
              <a:t>調整</a:t>
            </a:r>
            <a:endParaRPr lang="ja-JP" altLang="en-US" sz="2400" dirty="0">
              <a:ea typeface="ＭＳ Ｐゴシック"/>
              <a:cs typeface="Arial"/>
            </a:endParaRPr>
          </a:p>
          <a:p>
            <a:endParaRPr lang="ja-JP" altLang="en-US" sz="2400" dirty="0">
              <a:ea typeface="ＭＳ Ｐゴシック"/>
              <a:cs typeface="Arial"/>
            </a:endParaRPr>
          </a:p>
          <a:p>
            <a:r>
              <a:rPr lang="ja-JP" altLang="en-US" sz="2400" dirty="0">
                <a:ea typeface="ＭＳ Ｐゴシック"/>
                <a:cs typeface="Arial"/>
              </a:rPr>
              <a:t>・　発注画面の定期発注機能の</a:t>
            </a:r>
            <a:r>
              <a:rPr lang="ja-JP" altLang="en-US" sz="2400">
                <a:ea typeface="ＭＳ Ｐゴシック"/>
                <a:cs typeface="Arial"/>
              </a:rPr>
              <a:t>未実装</a:t>
            </a:r>
            <a:endParaRPr lang="en-US" altLang="ja-JP" sz="2400" dirty="0">
              <a:ea typeface="ＭＳ Ｐゴシック"/>
              <a:cs typeface="Arial"/>
            </a:endParaRPr>
          </a:p>
          <a:p>
            <a:endParaRPr lang="en-US" altLang="ja-JP" sz="2400" dirty="0">
              <a:ea typeface="ＭＳ Ｐゴシック"/>
              <a:cs typeface="Arial"/>
            </a:endParaRPr>
          </a:p>
          <a:p>
            <a:r>
              <a:rPr lang="ja-JP" altLang="en-US" sz="2400">
                <a:ea typeface="ＭＳ Ｐゴシック"/>
                <a:cs typeface="Arial"/>
              </a:rPr>
              <a:t>・　1商品の全体個数の確認画面の未実装</a:t>
            </a:r>
            <a:endParaRPr lang="ja-JP" altLang="en-US" sz="2400" dirty="0">
              <a:ea typeface="ＭＳ Ｐゴシック"/>
              <a:cs typeface="Arial"/>
            </a:endParaRPr>
          </a:p>
          <a:p>
            <a:endParaRPr lang="ja-JP" altLang="en-US" sz="2400" dirty="0">
              <a:ea typeface="ＭＳ Ｐゴシック"/>
              <a:cs typeface="Arial"/>
            </a:endParaRPr>
          </a:p>
          <a:p>
            <a:r>
              <a:rPr lang="ja-JP" altLang="en-US" sz="2400" dirty="0">
                <a:ea typeface="ＭＳ Ｐゴシック"/>
                <a:cs typeface="Arial"/>
              </a:rPr>
              <a:t>・　売上率のグラフ(複数種類で切り替え可能)</a:t>
            </a:r>
          </a:p>
        </p:txBody>
      </p:sp>
    </p:spTree>
    <p:extLst>
      <p:ext uri="{BB962C8B-B14F-4D97-AF65-F5344CB8AC3E}">
        <p14:creationId xmlns:p14="http://schemas.microsoft.com/office/powerpoint/2010/main" val="34547141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DC11C9-C090-7CBD-84FA-67AF671C0524}"/>
              </a:ext>
            </a:extLst>
          </p:cNvPr>
          <p:cNvSpPr>
            <a:spLocks noGrp="1"/>
          </p:cNvSpPr>
          <p:nvPr>
            <p:ph type="title"/>
          </p:nvPr>
        </p:nvSpPr>
        <p:spPr/>
        <p:txBody>
          <a:bodyPr>
            <a:normAutofit/>
          </a:bodyPr>
          <a:lstStyle/>
          <a:p>
            <a:pPr algn="l"/>
            <a:r>
              <a:rPr lang="en-US" sz="4400">
                <a:cs typeface="Arial"/>
              </a:rPr>
              <a:t>８.　</a:t>
            </a:r>
            <a:r>
              <a:rPr lang="ja-JP" altLang="en-US" sz="4400">
                <a:ea typeface="ＭＳ Ｐゴシック"/>
                <a:cs typeface="Arial"/>
              </a:rPr>
              <a:t>まとめ</a:t>
            </a:r>
            <a:endParaRPr lang="en-US" sz="4400">
              <a:ea typeface="ＭＳ Ｐゴシック"/>
              <a:cs typeface="Arial" panose="020B0604020202020204"/>
            </a:endParaRPr>
          </a:p>
        </p:txBody>
      </p:sp>
      <p:sp>
        <p:nvSpPr>
          <p:cNvPr id="3" name="TextBox 2">
            <a:extLst>
              <a:ext uri="{FF2B5EF4-FFF2-40B4-BE49-F238E27FC236}">
                <a16:creationId xmlns:a16="http://schemas.microsoft.com/office/drawing/2014/main" id="{02381189-D25A-F535-005A-1BDD5C17D7F3}"/>
              </a:ext>
            </a:extLst>
          </p:cNvPr>
          <p:cNvSpPr txBox="1"/>
          <p:nvPr/>
        </p:nvSpPr>
        <p:spPr>
          <a:xfrm>
            <a:off x="2324152" y="2436159"/>
            <a:ext cx="8120530" cy="380824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4" name="TextBox 3">
            <a:extLst>
              <a:ext uri="{FF2B5EF4-FFF2-40B4-BE49-F238E27FC236}">
                <a16:creationId xmlns:a16="http://schemas.microsoft.com/office/drawing/2014/main" id="{1F218158-93D8-96F7-360B-DF4CC9DC9C9B}"/>
              </a:ext>
            </a:extLst>
          </p:cNvPr>
          <p:cNvSpPr txBox="1"/>
          <p:nvPr/>
        </p:nvSpPr>
        <p:spPr>
          <a:xfrm>
            <a:off x="2240146" y="2044133"/>
            <a:ext cx="823253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ja-JP" altLang="en-US">
              <a:ea typeface="ＭＳ Ｐゴシック"/>
              <a:cs typeface="Arial"/>
            </a:endParaRPr>
          </a:p>
        </p:txBody>
      </p:sp>
      <p:sp>
        <p:nvSpPr>
          <p:cNvPr id="5" name="TextBox 4">
            <a:extLst>
              <a:ext uri="{FF2B5EF4-FFF2-40B4-BE49-F238E27FC236}">
                <a16:creationId xmlns:a16="http://schemas.microsoft.com/office/drawing/2014/main" id="{BF84695E-3092-B1F3-B8A6-1CE518FF3E12}"/>
              </a:ext>
            </a:extLst>
          </p:cNvPr>
          <p:cNvSpPr txBox="1"/>
          <p:nvPr/>
        </p:nvSpPr>
        <p:spPr>
          <a:xfrm>
            <a:off x="1611528" y="1522464"/>
            <a:ext cx="8735147" cy="467820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a:cs typeface="Arial"/>
              </a:rPr>
              <a:t>・</a:t>
            </a:r>
            <a:r>
              <a:rPr lang="en-US" altLang="ja-JP" sz="2800" err="1">
                <a:ea typeface="ＭＳ Ｐゴシック"/>
                <a:cs typeface="Arial"/>
              </a:rPr>
              <a:t>Sourcetree</a:t>
            </a:r>
            <a:r>
              <a:rPr lang="ja-JP" altLang="en-US" sz="2800">
                <a:ea typeface="ＭＳ Ｐゴシック"/>
                <a:cs typeface="Arial"/>
              </a:rPr>
              <a:t>の機能に対する認識が浅かったため、作業が滞ることが多々あった。</a:t>
            </a:r>
            <a:endParaRPr lang="en-US" altLang="ja-JP" sz="2800">
              <a:ea typeface="ＭＳ Ｐゴシック"/>
              <a:cs typeface="Arial"/>
            </a:endParaRPr>
          </a:p>
          <a:p>
            <a:br>
              <a:rPr lang="ja-JP" altLang="en-US" sz="2800">
                <a:ea typeface="ＭＳ Ｐゴシック"/>
                <a:cs typeface="Arial"/>
              </a:rPr>
            </a:br>
            <a:r>
              <a:rPr lang="ja-JP" altLang="en-US" sz="2800">
                <a:ea typeface="ＭＳ Ｐゴシック"/>
                <a:cs typeface="Arial"/>
              </a:rPr>
              <a:t>・</a:t>
            </a:r>
            <a:r>
              <a:rPr lang="en-US" altLang="ja-JP" sz="2800">
                <a:ea typeface="ＭＳ Ｐゴシック"/>
                <a:cs typeface="Arial"/>
              </a:rPr>
              <a:t>AI</a:t>
            </a:r>
            <a:r>
              <a:rPr lang="ja-JP" altLang="en-US" sz="2800">
                <a:ea typeface="ＭＳ Ｐゴシック"/>
                <a:cs typeface="Arial"/>
              </a:rPr>
              <a:t>に頼る場面が多く、コードの理解に時間をかけたことで作業が滞ることがあった。今後は、時間配分に気を付けようと感じた。</a:t>
            </a:r>
            <a:endParaRPr lang="en-US" altLang="ja-JP" sz="2800">
              <a:ea typeface="ＭＳ Ｐゴシック"/>
              <a:cs typeface="Arial"/>
            </a:endParaRPr>
          </a:p>
          <a:p>
            <a:endParaRPr lang="ja-JP" altLang="en-US" sz="2800">
              <a:ea typeface="ＭＳ Ｐゴシック"/>
              <a:cs typeface="Arial"/>
            </a:endParaRPr>
          </a:p>
          <a:p>
            <a:r>
              <a:rPr lang="ja-JP" altLang="en-US" sz="2800">
                <a:ea typeface="ＭＳ Ｐゴシック"/>
                <a:cs typeface="Arial"/>
              </a:rPr>
              <a:t>・SQLをコードとして用意することで、データベースに直書きする手間が省けて、共有化ができホストが不在でも作業を進めることができることを知れた。</a:t>
            </a:r>
          </a:p>
          <a:p>
            <a:endParaRPr lang="ja-JP" altLang="en-US">
              <a:ea typeface="ＭＳ Ｐゴシック"/>
              <a:cs typeface="Arial"/>
            </a:endParaRPr>
          </a:p>
        </p:txBody>
      </p:sp>
    </p:spTree>
    <p:extLst>
      <p:ext uri="{BB962C8B-B14F-4D97-AF65-F5344CB8AC3E}">
        <p14:creationId xmlns:p14="http://schemas.microsoft.com/office/powerpoint/2010/main" val="9558911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1E79DC-4C27-7B56-46A0-59FB5D6F6184}"/>
              </a:ext>
            </a:extLst>
          </p:cNvPr>
          <p:cNvSpPr>
            <a:spLocks noGrp="1"/>
          </p:cNvSpPr>
          <p:nvPr>
            <p:ph type="title"/>
          </p:nvPr>
        </p:nvSpPr>
        <p:spPr/>
        <p:txBody>
          <a:bodyPr>
            <a:normAutofit/>
          </a:bodyPr>
          <a:lstStyle/>
          <a:p>
            <a:pPr algn="l"/>
            <a:r>
              <a:rPr lang="en-US" sz="4400">
                <a:cs typeface="Arial"/>
              </a:rPr>
              <a:t>９. </a:t>
            </a:r>
            <a:r>
              <a:rPr lang="ja-JP" altLang="en-US" sz="4400">
                <a:ea typeface="ＭＳ Ｐゴシック"/>
                <a:cs typeface="Arial"/>
              </a:rPr>
              <a:t>質疑応答</a:t>
            </a:r>
            <a:endParaRPr lang="en-US" sz="4400">
              <a:ea typeface="ＭＳ Ｐゴシック"/>
              <a:cs typeface="Arial" panose="020B0604020202020204"/>
            </a:endParaRPr>
          </a:p>
        </p:txBody>
      </p:sp>
      <p:sp>
        <p:nvSpPr>
          <p:cNvPr id="3" name="TextBox 2">
            <a:extLst>
              <a:ext uri="{FF2B5EF4-FFF2-40B4-BE49-F238E27FC236}">
                <a16:creationId xmlns:a16="http://schemas.microsoft.com/office/drawing/2014/main" id="{3C3BC213-0E33-2714-645F-6EC23019961E}"/>
              </a:ext>
            </a:extLst>
          </p:cNvPr>
          <p:cNvSpPr txBox="1"/>
          <p:nvPr/>
        </p:nvSpPr>
        <p:spPr>
          <a:xfrm rot="-10800000" flipV="1">
            <a:off x="2198072" y="2507637"/>
            <a:ext cx="7269754"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ja-JP" altLang="en-US" sz="2800" b="1">
                <a:ea typeface="ＭＳ Ｐゴシック"/>
                <a:cs typeface="Arial"/>
              </a:rPr>
              <a:t>貴重なご質問・ご意見ありがとうございました。</a:t>
            </a:r>
            <a:endParaRPr lang="en-US" sz="2800" b="1">
              <a:highlight>
                <a:srgbClr val="00FF00"/>
              </a:highlight>
              <a:cs typeface="Arial" panose="020B0604020202020204"/>
            </a:endParaRPr>
          </a:p>
        </p:txBody>
      </p:sp>
    </p:spTree>
    <p:extLst>
      <p:ext uri="{BB962C8B-B14F-4D97-AF65-F5344CB8AC3E}">
        <p14:creationId xmlns:p14="http://schemas.microsoft.com/office/powerpoint/2010/main" val="30841724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7AA35F-D6F0-350E-C179-787AC0C27428}"/>
              </a:ext>
            </a:extLst>
          </p:cNvPr>
          <p:cNvSpPr>
            <a:spLocks noGrp="1"/>
          </p:cNvSpPr>
          <p:nvPr>
            <p:ph type="title"/>
          </p:nvPr>
        </p:nvSpPr>
        <p:spPr>
          <a:xfrm>
            <a:off x="1703671" y="2686960"/>
            <a:ext cx="7958331" cy="1077229"/>
          </a:xfrm>
        </p:spPr>
        <p:txBody>
          <a:bodyPr>
            <a:normAutofit/>
          </a:bodyPr>
          <a:lstStyle/>
          <a:p>
            <a:r>
              <a:rPr lang="ja-JP" altLang="en-US" sz="4400">
                <a:ea typeface="ＭＳ Ｐゴシック"/>
                <a:cs typeface="Arial"/>
              </a:rPr>
              <a:t>ご清聴ありがとうございました。</a:t>
            </a:r>
            <a:endParaRPr lang="en-US" sz="4400">
              <a:cs typeface="Arial"/>
            </a:endParaRPr>
          </a:p>
        </p:txBody>
      </p:sp>
    </p:spTree>
    <p:extLst>
      <p:ext uri="{BB962C8B-B14F-4D97-AF65-F5344CB8AC3E}">
        <p14:creationId xmlns:p14="http://schemas.microsoft.com/office/powerpoint/2010/main" val="30508232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マディソン">
  <a:themeElements>
    <a:clrScheme name="Madison">
      <a:dk1>
        <a:sysClr val="windowText" lastClr="000000"/>
      </a:dk1>
      <a:lt1>
        <a:sysClr val="window" lastClr="FFFFFF"/>
      </a:lt1>
      <a:dk2>
        <a:srgbClr val="1F282E"/>
      </a:dk2>
      <a:lt2>
        <a:srgbClr val="C2F5FC"/>
      </a:lt2>
      <a:accent1>
        <a:srgbClr val="4091F3"/>
      </a:accent1>
      <a:accent2>
        <a:srgbClr val="8BBCF1"/>
      </a:accent2>
      <a:accent3>
        <a:srgbClr val="CB6A6A"/>
      </a:accent3>
      <a:accent4>
        <a:srgbClr val="C567AF"/>
      </a:accent4>
      <a:accent5>
        <a:srgbClr val="A684F9"/>
      </a:accent5>
      <a:accent6>
        <a:srgbClr val="A9ACEE"/>
      </a:accent6>
      <a:hlink>
        <a:srgbClr val="6D9CC5"/>
      </a:hlink>
      <a:folHlink>
        <a:srgbClr val="6D82A0"/>
      </a:folHlink>
    </a:clrScheme>
    <a:fontScheme name="Madison">
      <a:majorFont>
        <a:latin typeface="Arial" panose="020B0604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B06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adison">
      <a:fillStyleLst>
        <a:solidFill>
          <a:schemeClr val="phClr"/>
        </a:solidFill>
        <a:gradFill rotWithShape="1">
          <a:gsLst>
            <a:gs pos="0">
              <a:schemeClr val="phClr">
                <a:tint val="48000"/>
                <a:alpha val="88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4000"/>
                <a:satMod val="130000"/>
                <a:lumMod val="92000"/>
              </a:schemeClr>
            </a:gs>
            <a:gs pos="100000">
              <a:schemeClr val="phClr">
                <a:shade val="76000"/>
                <a:satMod val="130000"/>
                <a:lumMod val="88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blipFill rotWithShape="1">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Madison" id="{025CB5FB-2DD3-45EE-B6F0-CC461540EB19}" vid="{178B2DAB-5DDE-4060-A857-D2E1CDA9250F}"/>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ドキュメント" ma:contentTypeID="0x0101004A4EB72CBFCC2045B71FC28C44D8F722" ma:contentTypeVersion="9" ma:contentTypeDescription="新しいドキュメントを作成します。" ma:contentTypeScope="" ma:versionID="55554e9b3d1ad72dd9dfb809f22d4863">
  <xsd:schema xmlns:xsd="http://www.w3.org/2001/XMLSchema" xmlns:xs="http://www.w3.org/2001/XMLSchema" xmlns:p="http://schemas.microsoft.com/office/2006/metadata/properties" xmlns:ns2="1f2cb6f2-ef0f-4bef-be7f-e48321c28c63" targetNamespace="http://schemas.microsoft.com/office/2006/metadata/properties" ma:root="true" ma:fieldsID="203a758182a31cbf088bd017b4f8e3da" ns2:_="">
    <xsd:import namespace="1f2cb6f2-ef0f-4bef-be7f-e48321c28c63"/>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f2cb6f2-ef0f-4bef-be7f-e48321c28c6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画像タグ" ma:readOnly="false" ma:fieldId="{5cf76f15-5ced-4ddc-b409-7134ff3c332f}" ma:taxonomyMulti="true" ma:sspId="d42ac560-722d-4360-912d-1dc5c0f0d823" ma:termSetId="09814cd3-568e-fe90-9814-8d621ff8fb84" ma:anchorId="fba54fb3-c3e1-fe81-a776-ca4b69148c4d" ma:open="true" ma:isKeyword="false">
      <xsd:complexType>
        <xsd:sequence>
          <xsd:element ref="pc:Terms" minOccurs="0" maxOccurs="1"/>
        </xsd:sequence>
      </xsd:complex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1f2cb6f2-ef0f-4bef-be7f-e48321c28c63">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C2F3A73F-3575-412D-AD19-049CD1FA885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f2cb6f2-ef0f-4bef-be7f-e48321c28c6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9CA87398-B396-414C-993A-72C740F059FF}">
  <ds:schemaRefs>
    <ds:schemaRef ds:uri="http://schemas.microsoft.com/sharepoint/v3/contenttype/forms"/>
  </ds:schemaRefs>
</ds:datastoreItem>
</file>

<file path=customXml/itemProps3.xml><?xml version="1.0" encoding="utf-8"?>
<ds:datastoreItem xmlns:ds="http://schemas.openxmlformats.org/officeDocument/2006/customXml" ds:itemID="{3709BEE5-18A9-41CE-B4FF-63C56198BB4D}">
  <ds:schemaRefs>
    <ds:schemaRef ds:uri="http://purl.org/dc/elements/1.1/"/>
    <ds:schemaRef ds:uri="http://schemas.microsoft.com/office/2006/metadata/properties"/>
    <ds:schemaRef ds:uri="http://schemas.microsoft.com/office/2006/documentManagement/types"/>
    <ds:schemaRef ds:uri="http://www.w3.org/XML/1998/namespace"/>
    <ds:schemaRef ds:uri="http://schemas.microsoft.com/office/infopath/2007/PartnerControls"/>
    <ds:schemaRef ds:uri="http://schemas.openxmlformats.org/package/2006/metadata/core-properties"/>
    <ds:schemaRef ds:uri="1f2cb6f2-ef0f-4bef-be7f-e48321c28c63"/>
    <ds:schemaRef ds:uri="http://purl.org/dc/dcmitype/"/>
    <ds:schemaRef ds:uri="http://purl.org/dc/terms/"/>
  </ds:schemaRefs>
</ds:datastoreItem>
</file>

<file path=docProps/app.xml><?xml version="1.0" encoding="utf-8"?>
<Properties xmlns="http://schemas.openxmlformats.org/officeDocument/2006/extended-properties" xmlns:vt="http://schemas.openxmlformats.org/officeDocument/2006/docPropsVTypes">
  <Template>TM16401375[[fn=マディソン]]</Template>
  <TotalTime>65</TotalTime>
  <Words>1626</Words>
  <Application>Microsoft Office PowerPoint</Application>
  <PresentationFormat>ワイド画面</PresentationFormat>
  <Paragraphs>157</Paragraphs>
  <Slides>12</Slides>
  <Notes>11</Notes>
  <HiddenSlides>0</HiddenSlides>
  <MMClips>0</MMClips>
  <ScaleCrop>false</ScaleCrop>
  <HeadingPairs>
    <vt:vector size="6" baseType="variant">
      <vt:variant>
        <vt:lpstr>使用されているフォント</vt:lpstr>
      </vt:variant>
      <vt:variant>
        <vt:i4>6</vt:i4>
      </vt:variant>
      <vt:variant>
        <vt:lpstr>テーマ</vt:lpstr>
      </vt:variant>
      <vt:variant>
        <vt:i4>1</vt:i4>
      </vt:variant>
      <vt:variant>
        <vt:lpstr>スライド タイトル</vt:lpstr>
      </vt:variant>
      <vt:variant>
        <vt:i4>12</vt:i4>
      </vt:variant>
    </vt:vector>
  </HeadingPairs>
  <TitlesOfParts>
    <vt:vector size="19" baseType="lpstr">
      <vt:lpstr>ＭＳ Ｐゴシック</vt:lpstr>
      <vt:lpstr>游ゴシック</vt:lpstr>
      <vt:lpstr>Arial</vt:lpstr>
      <vt:lpstr>MS Shell Dlg 2</vt:lpstr>
      <vt:lpstr>Wingdings</vt:lpstr>
      <vt:lpstr>Wingdings 3</vt:lpstr>
      <vt:lpstr>マディソン</vt:lpstr>
      <vt:lpstr>スーパー商品管理システム​ ～SuperMarketManager～</vt:lpstr>
      <vt:lpstr>目次</vt:lpstr>
      <vt:lpstr>１.システム概要</vt:lpstr>
      <vt:lpstr>２. 開発背景・目的</vt:lpstr>
      <vt:lpstr>3.業務フローとシステムの位置</vt:lpstr>
      <vt:lpstr>4.システム機能紹介 </vt:lpstr>
      <vt:lpstr>５.　システム構成</vt:lpstr>
      <vt:lpstr>6.　デモ</vt:lpstr>
      <vt:lpstr>7．工夫したポイント・今回の反省点</vt:lpstr>
      <vt:lpstr>８.　まとめ</vt:lpstr>
      <vt:lpstr>９. 質疑応答</vt:lpstr>
      <vt:lpstr>ご清聴ありがとうございました。</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スーパー商品管理システム​ 「SuperMarketManager」</dc:title>
  <dc:creator>2024_AI 東島 陽向</dc:creator>
  <cp:lastModifiedBy>2024_AI 村上 将太</cp:lastModifiedBy>
  <cp:revision>6</cp:revision>
  <dcterms:created xsi:type="dcterms:W3CDTF">2026-03-09T00:18:51Z</dcterms:created>
  <dcterms:modified xsi:type="dcterms:W3CDTF">2026-03-10T01:11:34Z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0x0101004A4EB72CBFCC2045B71FC28C44D8F722</vt:lpwstr>
  </property>
  <property fmtid="{D5CDD505-2E9C-101B-9397-08002B2CF9AE}" pid="3" name="MediaServiceImageTags">
    <vt:lpwstr/>
  </property>
</Properties>
</file>