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7" r:id="rId4"/>
  </p:sldMasterIdLst>
  <p:notesMasterIdLst>
    <p:notesMasterId r:id="rId18"/>
  </p:notesMasterIdLst>
  <p:sldIdLst>
    <p:sldId id="256" r:id="rId5"/>
    <p:sldId id="266" r:id="rId6"/>
    <p:sldId id="257" r:id="rId7"/>
    <p:sldId id="258" r:id="rId8"/>
    <p:sldId id="259" r:id="rId9"/>
    <p:sldId id="260" r:id="rId10"/>
    <p:sldId id="261" r:id="rId11"/>
    <p:sldId id="262" r:id="rId12"/>
    <p:sldId id="268" r:id="rId13"/>
    <p:sldId id="269" r:id="rId14"/>
    <p:sldId id="267" r:id="rId15"/>
    <p:sldId id="264" r:id="rId16"/>
    <p:sldId id="263"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81" d="100"/>
          <a:sy n="81" d="100"/>
        </p:scale>
        <p:origin x="754" y="48"/>
      </p:cViewPr>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23" Type="http://schemas.microsoft.com/office/2016/11/relationships/changesInfo" Target="changesInfos/changesInfo1.xml"/><Relationship Id="rId10" Type="http://schemas.openxmlformats.org/officeDocument/2006/relationships/slide" Target="slides/slide6.xml"/><Relationship Id="rId19"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2024_AI 嘉藤 潤" userId="S::c241006@ivy.ac.jp::f1e01ae7-0979-493a-b46c-88701c7d015a" providerId="AD" clId="Web-{387ADA2F-6CC9-E8B8-563A-5CE590D65346}"/>
    <pc:docChg chg="modSld">
      <pc:chgData name="2024_AI 嘉藤 潤" userId="S::c241006@ivy.ac.jp::f1e01ae7-0979-493a-b46c-88701c7d015a" providerId="AD" clId="Web-{387ADA2F-6CC9-E8B8-563A-5CE590D65346}" dt="2026-02-17T06:00:00.567" v="27" actId="20577"/>
      <pc:docMkLst>
        <pc:docMk/>
      </pc:docMkLst>
      <pc:sldChg chg="modSp">
        <pc:chgData name="2024_AI 嘉藤 潤" userId="S::c241006@ivy.ac.jp::f1e01ae7-0979-493a-b46c-88701c7d015a" providerId="AD" clId="Web-{387ADA2F-6CC9-E8B8-563A-5CE590D65346}" dt="2026-02-17T04:52:28.065" v="22" actId="20577"/>
        <pc:sldMkLst>
          <pc:docMk/>
          <pc:sldMk cId="3229697365" sldId="256"/>
        </pc:sldMkLst>
        <pc:spChg chg="mod">
          <ac:chgData name="2024_AI 嘉藤 潤" userId="S::c241006@ivy.ac.jp::f1e01ae7-0979-493a-b46c-88701c7d015a" providerId="AD" clId="Web-{387ADA2F-6CC9-E8B8-563A-5CE590D65346}" dt="2026-02-17T04:52:28.065" v="22" actId="20577"/>
          <ac:spMkLst>
            <pc:docMk/>
            <pc:sldMk cId="3229697365" sldId="256"/>
            <ac:spMk id="4" creationId="{B97A9BDB-6609-48EC-BB48-DD5213D062D4}"/>
          </ac:spMkLst>
        </pc:spChg>
      </pc:sldChg>
      <pc:sldChg chg="modSp">
        <pc:chgData name="2024_AI 嘉藤 潤" userId="S::c241006@ivy.ac.jp::f1e01ae7-0979-493a-b46c-88701c7d015a" providerId="AD" clId="Web-{387ADA2F-6CC9-E8B8-563A-5CE590D65346}" dt="2026-02-17T06:00:00.567" v="27" actId="20577"/>
        <pc:sldMkLst>
          <pc:docMk/>
          <pc:sldMk cId="211077445" sldId="258"/>
        </pc:sldMkLst>
        <pc:spChg chg="mod">
          <ac:chgData name="2024_AI 嘉藤 潤" userId="S::c241006@ivy.ac.jp::f1e01ae7-0979-493a-b46c-88701c7d015a" providerId="AD" clId="Web-{387ADA2F-6CC9-E8B8-563A-5CE590D65346}" dt="2026-02-17T06:00:00.567" v="27" actId="20577"/>
          <ac:spMkLst>
            <pc:docMk/>
            <pc:sldMk cId="211077445" sldId="258"/>
            <ac:spMk id="3" creationId="{51B83B10-1130-4BC7-9B9D-BBC542C6D0F5}"/>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403319B-F037-4777-8A4C-666393716EA1}" type="datetimeFigureOut">
              <a:rPr kumimoji="1" lang="ja-JP" altLang="en-US" smtClean="0"/>
              <a:t>2026/2/26</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EB7575C-1AC1-4402-BF88-81B6F7C17005}" type="slidenum">
              <a:rPr kumimoji="1" lang="ja-JP" altLang="en-US" smtClean="0"/>
              <a:t>‹#›</a:t>
            </a:fld>
            <a:endParaRPr kumimoji="1" lang="ja-JP" altLang="en-US"/>
          </a:p>
        </p:txBody>
      </p:sp>
    </p:spTree>
    <p:extLst>
      <p:ext uri="{BB962C8B-B14F-4D97-AF65-F5344CB8AC3E}">
        <p14:creationId xmlns:p14="http://schemas.microsoft.com/office/powerpoint/2010/main" val="1211401802"/>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東島　みちじろう</a:t>
            </a:r>
          </a:p>
        </p:txBody>
      </p:sp>
      <p:sp>
        <p:nvSpPr>
          <p:cNvPr id="4" name="スライド番号プレースホルダー 3"/>
          <p:cNvSpPr>
            <a:spLocks noGrp="1"/>
          </p:cNvSpPr>
          <p:nvPr>
            <p:ph type="sldNum" sz="quarter" idx="5"/>
          </p:nvPr>
        </p:nvSpPr>
        <p:spPr/>
        <p:txBody>
          <a:bodyPr/>
          <a:lstStyle/>
          <a:p>
            <a:fld id="{3EB7575C-1AC1-4402-BF88-81B6F7C17005}" type="slidenum">
              <a:rPr kumimoji="1" lang="ja-JP" altLang="en-US" smtClean="0"/>
              <a:t>1</a:t>
            </a:fld>
            <a:endParaRPr kumimoji="1" lang="ja-JP" altLang="en-US"/>
          </a:p>
        </p:txBody>
      </p:sp>
    </p:spTree>
    <p:extLst>
      <p:ext uri="{BB962C8B-B14F-4D97-AF65-F5344CB8AC3E}">
        <p14:creationId xmlns:p14="http://schemas.microsoft.com/office/powerpoint/2010/main" val="24108139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東島</a:t>
            </a:r>
          </a:p>
        </p:txBody>
      </p:sp>
      <p:sp>
        <p:nvSpPr>
          <p:cNvPr id="4" name="スライド番号プレースホルダー 3"/>
          <p:cNvSpPr>
            <a:spLocks noGrp="1"/>
          </p:cNvSpPr>
          <p:nvPr>
            <p:ph type="sldNum" sz="quarter" idx="5"/>
          </p:nvPr>
        </p:nvSpPr>
        <p:spPr/>
        <p:txBody>
          <a:bodyPr/>
          <a:lstStyle/>
          <a:p>
            <a:fld id="{3EB7575C-1AC1-4402-BF88-81B6F7C17005}" type="slidenum">
              <a:rPr kumimoji="1" lang="ja-JP" altLang="en-US" smtClean="0"/>
              <a:t>2</a:t>
            </a:fld>
            <a:endParaRPr kumimoji="1" lang="ja-JP" altLang="en-US"/>
          </a:p>
        </p:txBody>
      </p:sp>
    </p:spTree>
    <p:extLst>
      <p:ext uri="{BB962C8B-B14F-4D97-AF65-F5344CB8AC3E}">
        <p14:creationId xmlns:p14="http://schemas.microsoft.com/office/powerpoint/2010/main" val="2705348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dirty="0"/>
              <a:t>(</a:t>
            </a:r>
            <a:r>
              <a:rPr kumimoji="1" lang="ja-JP" altLang="en-US" dirty="0"/>
              <a:t>ジュ</a:t>
            </a:r>
            <a:r>
              <a:rPr kumimoji="1" lang="en-US" altLang="ja-JP" dirty="0"/>
              <a:t>)</a:t>
            </a:r>
            <a:r>
              <a:rPr kumimoji="1" lang="ja-JP" altLang="en-US" dirty="0"/>
              <a:t>在庫管理システムの根本的な問題提起を行う。そこからどうすれば改善出来るかを案として提案する。</a:t>
            </a:r>
            <a:br>
              <a:rPr kumimoji="1" lang="en-US" altLang="ja-JP" dirty="0"/>
            </a:br>
            <a:r>
              <a:rPr kumimoji="1" lang="ja-JP" altLang="en-US" dirty="0"/>
              <a:t>前回、授業の一環でほんの書籍</a:t>
            </a:r>
            <a:endParaRPr kumimoji="1"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dirty="0"/>
              <a:t>管理システムを作ったんですけど、</a:t>
            </a:r>
          </a:p>
        </p:txBody>
      </p:sp>
      <p:sp>
        <p:nvSpPr>
          <p:cNvPr id="4" name="スライド番号プレースホルダー 3"/>
          <p:cNvSpPr>
            <a:spLocks noGrp="1"/>
          </p:cNvSpPr>
          <p:nvPr>
            <p:ph type="sldNum" sz="quarter" idx="5"/>
          </p:nvPr>
        </p:nvSpPr>
        <p:spPr/>
        <p:txBody>
          <a:bodyPr/>
          <a:lstStyle/>
          <a:p>
            <a:fld id="{3EB7575C-1AC1-4402-BF88-81B6F7C17005}" type="slidenum">
              <a:rPr kumimoji="1" lang="ja-JP" altLang="en-US" smtClean="0"/>
              <a:t>3</a:t>
            </a:fld>
            <a:endParaRPr kumimoji="1" lang="ja-JP" altLang="en-US"/>
          </a:p>
        </p:txBody>
      </p:sp>
    </p:spTree>
    <p:extLst>
      <p:ext uri="{BB962C8B-B14F-4D97-AF65-F5344CB8AC3E}">
        <p14:creationId xmlns:p14="http://schemas.microsoft.com/office/powerpoint/2010/main" val="314132377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en-US" altLang="ja-JP" dirty="0"/>
              <a:t>(</a:t>
            </a:r>
            <a:r>
              <a:rPr kumimoji="1" lang="ja-JP" altLang="en-US" dirty="0"/>
              <a:t>ジュ</a:t>
            </a:r>
            <a:r>
              <a:rPr kumimoji="1" lang="en-US" altLang="ja-JP" dirty="0"/>
              <a:t>)</a:t>
            </a:r>
            <a:r>
              <a:rPr kumimoji="1" lang="ja-JP" altLang="en-US" dirty="0"/>
              <a:t>システムの概要。大まかな機能として</a:t>
            </a:r>
            <a:r>
              <a:rPr kumimoji="1" lang="en-US" altLang="ja-JP" dirty="0"/>
              <a:t>3</a:t>
            </a:r>
            <a:r>
              <a:rPr kumimoji="1" lang="ja-JP" altLang="en-US" dirty="0" err="1"/>
              <a:t>つほど</a:t>
            </a:r>
            <a:r>
              <a:rPr kumimoji="1" lang="ja-JP" altLang="en-US" dirty="0"/>
              <a:t>挙げているが、実際にシステムを作成する際には機能の付け足しなどが発生する。</a:t>
            </a:r>
            <a:endParaRPr kumimoji="1" lang="en-US" altLang="ja-JP" dirty="0"/>
          </a:p>
        </p:txBody>
      </p:sp>
      <p:sp>
        <p:nvSpPr>
          <p:cNvPr id="4" name="スライド番号プレースホルダー 3"/>
          <p:cNvSpPr>
            <a:spLocks noGrp="1"/>
          </p:cNvSpPr>
          <p:nvPr>
            <p:ph type="sldNum" sz="quarter" idx="5"/>
          </p:nvPr>
        </p:nvSpPr>
        <p:spPr/>
        <p:txBody>
          <a:bodyPr/>
          <a:lstStyle/>
          <a:p>
            <a:fld id="{3EB7575C-1AC1-4402-BF88-81B6F7C17005}" type="slidenum">
              <a:rPr kumimoji="1" lang="ja-JP" altLang="en-US" smtClean="0"/>
              <a:t>4</a:t>
            </a:fld>
            <a:endParaRPr kumimoji="1" lang="ja-JP" altLang="en-US"/>
          </a:p>
        </p:txBody>
      </p:sp>
    </p:spTree>
    <p:extLst>
      <p:ext uri="{BB962C8B-B14F-4D97-AF65-F5344CB8AC3E}">
        <p14:creationId xmlns:p14="http://schemas.microsoft.com/office/powerpoint/2010/main" val="59732600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en-US" altLang="ja-JP" dirty="0"/>
              <a:t>(</a:t>
            </a:r>
            <a:r>
              <a:rPr kumimoji="1" lang="ja-JP" altLang="en-US" dirty="0"/>
              <a:t>ムラカミ</a:t>
            </a:r>
            <a:r>
              <a:rPr kumimoji="1" lang="en-US" altLang="ja-JP" dirty="0"/>
              <a:t>)</a:t>
            </a:r>
            <a:r>
              <a:rPr kumimoji="1" lang="ja-JP" altLang="en-US" dirty="0"/>
              <a:t>対象となる利用者。もう少し詳細説明が欲しいかも。</a:t>
            </a:r>
          </a:p>
        </p:txBody>
      </p:sp>
      <p:sp>
        <p:nvSpPr>
          <p:cNvPr id="4" name="スライド番号プレースホルダー 3"/>
          <p:cNvSpPr>
            <a:spLocks noGrp="1"/>
          </p:cNvSpPr>
          <p:nvPr>
            <p:ph type="sldNum" sz="quarter" idx="5"/>
          </p:nvPr>
        </p:nvSpPr>
        <p:spPr/>
        <p:txBody>
          <a:bodyPr/>
          <a:lstStyle/>
          <a:p>
            <a:fld id="{3EB7575C-1AC1-4402-BF88-81B6F7C17005}" type="slidenum">
              <a:rPr kumimoji="1" lang="ja-JP" altLang="en-US" smtClean="0"/>
              <a:t>6</a:t>
            </a:fld>
            <a:endParaRPr kumimoji="1" lang="ja-JP" altLang="en-US"/>
          </a:p>
        </p:txBody>
      </p:sp>
    </p:spTree>
    <p:extLst>
      <p:ext uri="{BB962C8B-B14F-4D97-AF65-F5344CB8AC3E}">
        <p14:creationId xmlns:p14="http://schemas.microsoft.com/office/powerpoint/2010/main" val="353297172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en-US" altLang="ja-JP" dirty="0"/>
              <a:t>(</a:t>
            </a:r>
            <a:r>
              <a:rPr kumimoji="1" lang="ja-JP" altLang="en-US" dirty="0"/>
              <a:t>ムラカミ</a:t>
            </a:r>
            <a:r>
              <a:rPr kumimoji="1" lang="en-US" altLang="ja-JP" dirty="0"/>
              <a:t>)</a:t>
            </a:r>
            <a:r>
              <a:rPr kumimoji="1" lang="ja-JP" altLang="en-US" dirty="0"/>
              <a:t>メリットデメリットの説明。他にあればその場で。</a:t>
            </a:r>
          </a:p>
        </p:txBody>
      </p:sp>
      <p:sp>
        <p:nvSpPr>
          <p:cNvPr id="4" name="スライド番号プレースホルダー 3"/>
          <p:cNvSpPr>
            <a:spLocks noGrp="1"/>
          </p:cNvSpPr>
          <p:nvPr>
            <p:ph type="sldNum" sz="quarter" idx="5"/>
          </p:nvPr>
        </p:nvSpPr>
        <p:spPr/>
        <p:txBody>
          <a:bodyPr/>
          <a:lstStyle/>
          <a:p>
            <a:fld id="{3EB7575C-1AC1-4402-BF88-81B6F7C17005}" type="slidenum">
              <a:rPr kumimoji="1" lang="ja-JP" altLang="en-US" smtClean="0"/>
              <a:t>7</a:t>
            </a:fld>
            <a:endParaRPr kumimoji="1" lang="ja-JP" altLang="en-US"/>
          </a:p>
        </p:txBody>
      </p:sp>
    </p:spTree>
    <p:extLst>
      <p:ext uri="{BB962C8B-B14F-4D97-AF65-F5344CB8AC3E}">
        <p14:creationId xmlns:p14="http://schemas.microsoft.com/office/powerpoint/2010/main" val="276827267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en-US" altLang="ja-JP" dirty="0"/>
              <a:t>(</a:t>
            </a:r>
            <a:r>
              <a:rPr kumimoji="1" lang="en-US" altLang="ja-JP" dirty="0" err="1"/>
              <a:t>watanabe</a:t>
            </a:r>
            <a:r>
              <a:rPr kumimoji="1" lang="en-US" altLang="ja-JP" dirty="0"/>
              <a:t>)</a:t>
            </a:r>
            <a:r>
              <a:rPr kumimoji="1" lang="ja-JP" altLang="en-US" dirty="0"/>
              <a:t>最終目標。</a:t>
            </a:r>
            <a:endParaRPr kumimoji="1" lang="en-US" altLang="ja-JP" dirty="0"/>
          </a:p>
        </p:txBody>
      </p:sp>
      <p:sp>
        <p:nvSpPr>
          <p:cNvPr id="4" name="スライド番号プレースホルダー 3"/>
          <p:cNvSpPr>
            <a:spLocks noGrp="1"/>
          </p:cNvSpPr>
          <p:nvPr>
            <p:ph type="sldNum" sz="quarter" idx="5"/>
          </p:nvPr>
        </p:nvSpPr>
        <p:spPr/>
        <p:txBody>
          <a:bodyPr/>
          <a:lstStyle/>
          <a:p>
            <a:fld id="{3EB7575C-1AC1-4402-BF88-81B6F7C17005}" type="slidenum">
              <a:rPr kumimoji="1" lang="ja-JP" altLang="en-US" smtClean="0"/>
              <a:t>8</a:t>
            </a:fld>
            <a:endParaRPr kumimoji="1" lang="ja-JP" altLang="en-US"/>
          </a:p>
        </p:txBody>
      </p:sp>
    </p:spTree>
    <p:extLst>
      <p:ext uri="{BB962C8B-B14F-4D97-AF65-F5344CB8AC3E}">
        <p14:creationId xmlns:p14="http://schemas.microsoft.com/office/powerpoint/2010/main" val="200317801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データベースを担当して、情報管理の円滑な連携を図れるように頑張ります！！！！！</a:t>
            </a:r>
          </a:p>
        </p:txBody>
      </p:sp>
      <p:sp>
        <p:nvSpPr>
          <p:cNvPr id="4" name="スライド番号プレースホルダー 3"/>
          <p:cNvSpPr>
            <a:spLocks noGrp="1"/>
          </p:cNvSpPr>
          <p:nvPr>
            <p:ph type="sldNum" sz="quarter" idx="5"/>
          </p:nvPr>
        </p:nvSpPr>
        <p:spPr/>
        <p:txBody>
          <a:bodyPr/>
          <a:lstStyle/>
          <a:p>
            <a:fld id="{3EB7575C-1AC1-4402-BF88-81B6F7C17005}" type="slidenum">
              <a:rPr kumimoji="1" lang="ja-JP" altLang="en-US" smtClean="0"/>
              <a:t>9</a:t>
            </a:fld>
            <a:endParaRPr kumimoji="1" lang="ja-JP" altLang="en-US"/>
          </a:p>
        </p:txBody>
      </p:sp>
    </p:spTree>
    <p:extLst>
      <p:ext uri="{BB962C8B-B14F-4D97-AF65-F5344CB8AC3E}">
        <p14:creationId xmlns:p14="http://schemas.microsoft.com/office/powerpoint/2010/main" val="183052215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渡邉</a:t>
            </a:r>
          </a:p>
        </p:txBody>
      </p:sp>
      <p:sp>
        <p:nvSpPr>
          <p:cNvPr id="4" name="スライド番号プレースホルダー 3"/>
          <p:cNvSpPr>
            <a:spLocks noGrp="1"/>
          </p:cNvSpPr>
          <p:nvPr>
            <p:ph type="sldNum" sz="quarter" idx="5"/>
          </p:nvPr>
        </p:nvSpPr>
        <p:spPr/>
        <p:txBody>
          <a:bodyPr/>
          <a:lstStyle/>
          <a:p>
            <a:fld id="{3EB7575C-1AC1-4402-BF88-81B6F7C17005}" type="slidenum">
              <a:rPr kumimoji="1" lang="ja-JP" altLang="en-US" smtClean="0"/>
              <a:t>11</a:t>
            </a:fld>
            <a:endParaRPr kumimoji="1" lang="ja-JP" altLang="en-US"/>
          </a:p>
        </p:txBody>
      </p:sp>
    </p:spTree>
    <p:extLst>
      <p:ext uri="{BB962C8B-B14F-4D97-AF65-F5344CB8AC3E}">
        <p14:creationId xmlns:p14="http://schemas.microsoft.com/office/powerpoint/2010/main" val="185568678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東島</a:t>
            </a:r>
          </a:p>
        </p:txBody>
      </p:sp>
      <p:sp>
        <p:nvSpPr>
          <p:cNvPr id="4" name="スライド番号プレースホルダー 3"/>
          <p:cNvSpPr>
            <a:spLocks noGrp="1"/>
          </p:cNvSpPr>
          <p:nvPr>
            <p:ph type="sldNum" sz="quarter" idx="5"/>
          </p:nvPr>
        </p:nvSpPr>
        <p:spPr/>
        <p:txBody>
          <a:bodyPr/>
          <a:lstStyle/>
          <a:p>
            <a:fld id="{3EB7575C-1AC1-4402-BF88-81B6F7C17005}" type="slidenum">
              <a:rPr kumimoji="1" lang="ja-JP" altLang="en-US" smtClean="0"/>
              <a:t>13</a:t>
            </a:fld>
            <a:endParaRPr kumimoji="1" lang="ja-JP" altLang="en-US"/>
          </a:p>
        </p:txBody>
      </p:sp>
    </p:spTree>
    <p:extLst>
      <p:ext uri="{BB962C8B-B14F-4D97-AF65-F5344CB8AC3E}">
        <p14:creationId xmlns:p14="http://schemas.microsoft.com/office/powerpoint/2010/main" val="321101199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1" name="Freeform 6"/>
          <p:cNvSpPr/>
          <p:nvPr/>
        </p:nvSpPr>
        <p:spPr bwMode="auto">
          <a:xfrm>
            <a:off x="0" y="-3175"/>
            <a:ext cx="12192000" cy="5203825"/>
          </a:xfrm>
          <a:custGeom>
            <a:avLst/>
            <a:gdLst/>
            <a:ahLst/>
            <a:cxnLst/>
            <a:rect l="0" t="0" r="r" b="b"/>
            <a:pathLst>
              <a:path w="5760" h="3278">
                <a:moveTo>
                  <a:pt x="5760" y="0"/>
                </a:moveTo>
                <a:lnTo>
                  <a:pt x="0" y="0"/>
                </a:lnTo>
                <a:lnTo>
                  <a:pt x="0" y="3090"/>
                </a:lnTo>
                <a:lnTo>
                  <a:pt x="943" y="3090"/>
                </a:lnTo>
                <a:lnTo>
                  <a:pt x="1123" y="3270"/>
                </a:lnTo>
                <a:lnTo>
                  <a:pt x="1123" y="3270"/>
                </a:lnTo>
                <a:lnTo>
                  <a:pt x="1127" y="3272"/>
                </a:lnTo>
                <a:lnTo>
                  <a:pt x="1133" y="3275"/>
                </a:lnTo>
                <a:lnTo>
                  <a:pt x="1139" y="3278"/>
                </a:lnTo>
                <a:lnTo>
                  <a:pt x="1144" y="3278"/>
                </a:lnTo>
                <a:lnTo>
                  <a:pt x="1150" y="3278"/>
                </a:lnTo>
                <a:lnTo>
                  <a:pt x="1155" y="3275"/>
                </a:lnTo>
                <a:lnTo>
                  <a:pt x="1161" y="3272"/>
                </a:lnTo>
                <a:lnTo>
                  <a:pt x="1165" y="3270"/>
                </a:lnTo>
                <a:lnTo>
                  <a:pt x="1345" y="3090"/>
                </a:lnTo>
                <a:lnTo>
                  <a:pt x="5760" y="3090"/>
                </a:lnTo>
                <a:lnTo>
                  <a:pt x="5760" y="0"/>
                </a:lnTo>
                <a:close/>
              </a:path>
            </a:pathLst>
          </a:custGeom>
          <a:ln/>
          <a:effectLst/>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810001" y="1449147"/>
            <a:ext cx="10572000" cy="2971051"/>
          </a:xfrm>
        </p:spPr>
        <p:txBody>
          <a:bodyPr/>
          <a:lstStyle>
            <a:lvl1pPr>
              <a:defRPr sz="5400"/>
            </a:lvl1pPr>
          </a:lstStyle>
          <a:p>
            <a:r>
              <a:rPr lang="en-US" dirty="0"/>
              <a:t>Click to edit Master title style</a:t>
            </a:r>
          </a:p>
        </p:txBody>
      </p:sp>
      <p:sp>
        <p:nvSpPr>
          <p:cNvPr id="3" name="Subtitle 2"/>
          <p:cNvSpPr>
            <a:spLocks noGrp="1"/>
          </p:cNvSpPr>
          <p:nvPr>
            <p:ph type="subTitle" idx="1"/>
          </p:nvPr>
        </p:nvSpPr>
        <p:spPr>
          <a:xfrm>
            <a:off x="810001" y="5280847"/>
            <a:ext cx="10572000" cy="434974"/>
          </a:xfrm>
        </p:spPr>
        <p:txBody>
          <a:bodyPr anchor="t"/>
          <a:lstStyle>
            <a:lvl1pPr marL="0" indent="0" algn="l">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4" name="Date Placeholder 3"/>
          <p:cNvSpPr>
            <a:spLocks noGrp="1"/>
          </p:cNvSpPr>
          <p:nvPr>
            <p:ph type="dt" sz="half" idx="10"/>
          </p:nvPr>
        </p:nvSpPr>
        <p:spPr/>
        <p:txBody>
          <a:bodyPr/>
          <a:lstStyle/>
          <a:p>
            <a:fld id="{08B9EBBA-996F-894A-B54A-D6246ED52CEA}" type="datetimeFigureOut">
              <a:rPr lang="en-US" dirty="0"/>
              <a:pPr/>
              <a:t>2/26/2026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13151982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11" name="Freeform 6"/>
          <p:cNvSpPr/>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810000" y="447188"/>
            <a:ext cx="10571998" cy="970450"/>
          </a:xfrm>
        </p:spPr>
        <p:txBody>
          <a:bodyPr/>
          <a:lstStyle/>
          <a:p>
            <a:r>
              <a:rPr lang="en-US" dirty="0"/>
              <a:t>Click to edit Master title style</a:t>
            </a:r>
          </a:p>
        </p:txBody>
      </p:sp>
      <p:sp>
        <p:nvSpPr>
          <p:cNvPr id="3" name="Content Placeholder 2"/>
          <p:cNvSpPr>
            <a:spLocks noGrp="1"/>
          </p:cNvSpPr>
          <p:nvPr>
            <p:ph idx="1"/>
          </p:nvPr>
        </p:nvSpPr>
        <p:spPr>
          <a:xfrm>
            <a:off x="818712" y="2222287"/>
            <a:ext cx="10554574" cy="3636511"/>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9B3A1323-8D79-1946-B0D7-40001CF92E9D}" type="datetimeFigureOut">
              <a:rPr lang="en-US" dirty="0"/>
              <a:pPr/>
              <a:t>2/26/2026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10031088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10" name="Freeform 7"/>
          <p:cNvSpPr/>
          <p:nvPr/>
        </p:nvSpPr>
        <p:spPr bwMode="auto">
          <a:xfrm>
            <a:off x="0" y="1"/>
            <a:ext cx="12192000" cy="5203825"/>
          </a:xfrm>
          <a:custGeom>
            <a:avLst/>
            <a:gdLst/>
            <a:ahLst/>
            <a:cxnLst/>
            <a:rect l="0" t="0" r="r" b="b"/>
            <a:pathLst>
              <a:path w="5760" h="3278">
                <a:moveTo>
                  <a:pt x="0" y="0"/>
                </a:moveTo>
                <a:lnTo>
                  <a:pt x="5760" y="0"/>
                </a:lnTo>
                <a:lnTo>
                  <a:pt x="5760" y="3090"/>
                </a:lnTo>
                <a:lnTo>
                  <a:pt x="4817" y="3090"/>
                </a:lnTo>
                <a:lnTo>
                  <a:pt x="4637" y="3270"/>
                </a:lnTo>
                <a:lnTo>
                  <a:pt x="4637" y="3270"/>
                </a:lnTo>
                <a:lnTo>
                  <a:pt x="4633" y="3272"/>
                </a:lnTo>
                <a:lnTo>
                  <a:pt x="4627" y="3275"/>
                </a:lnTo>
                <a:lnTo>
                  <a:pt x="4621" y="3278"/>
                </a:lnTo>
                <a:lnTo>
                  <a:pt x="4616" y="3278"/>
                </a:lnTo>
                <a:lnTo>
                  <a:pt x="4610" y="3278"/>
                </a:lnTo>
                <a:lnTo>
                  <a:pt x="4605" y="3275"/>
                </a:lnTo>
                <a:lnTo>
                  <a:pt x="4599" y="3272"/>
                </a:lnTo>
                <a:lnTo>
                  <a:pt x="4595" y="3270"/>
                </a:lnTo>
                <a:lnTo>
                  <a:pt x="4415" y="3090"/>
                </a:lnTo>
                <a:lnTo>
                  <a:pt x="0" y="3090"/>
                </a:lnTo>
                <a:lnTo>
                  <a:pt x="0" y="0"/>
                </a:lnTo>
                <a:lnTo>
                  <a:pt x="0" y="0"/>
                </a:lnTo>
                <a:close/>
              </a:path>
            </a:pathLst>
          </a:custGeom>
          <a:ln>
            <a:headEnd/>
            <a:tailEnd/>
          </a:ln>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810000" y="2951396"/>
            <a:ext cx="10561418" cy="1468800"/>
          </a:xfrm>
        </p:spPr>
        <p:txBody>
          <a:bodyPr anchor="b"/>
          <a:lstStyle>
            <a:lvl1pPr algn="r">
              <a:defRPr sz="4800" b="1" cap="none"/>
            </a:lvl1pPr>
          </a:lstStyle>
          <a:p>
            <a:r>
              <a:rPr lang="en-US" dirty="0"/>
              <a:t>Click to edit Master title style</a:t>
            </a:r>
          </a:p>
        </p:txBody>
      </p:sp>
      <p:sp>
        <p:nvSpPr>
          <p:cNvPr id="3" name="Text Placeholder 2"/>
          <p:cNvSpPr>
            <a:spLocks noGrp="1"/>
          </p:cNvSpPr>
          <p:nvPr>
            <p:ph type="body" idx="1"/>
          </p:nvPr>
        </p:nvSpPr>
        <p:spPr>
          <a:xfrm>
            <a:off x="810000" y="5281201"/>
            <a:ext cx="10561418" cy="433955"/>
          </a:xfrm>
        </p:spPr>
        <p:txBody>
          <a:bodyPr anchor="t">
            <a:no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8DFA1846-DA80-1C48-A609-854EA85C59AD}" type="datetimeFigureOut">
              <a:rPr lang="en-US" dirty="0"/>
              <a:pPr/>
              <a:t>2/26/2026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17061383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Freeform 6"/>
          <p:cNvSpPr/>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sz="half" idx="1"/>
          </p:nvPr>
        </p:nvSpPr>
        <p:spPr>
          <a:xfrm>
            <a:off x="818712" y="2222287"/>
            <a:ext cx="5185873" cy="3638763"/>
          </a:xfrm>
        </p:spPr>
        <p:txBody>
          <a:bodyPr>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187415" y="2222287"/>
            <a:ext cx="5194583" cy="3638764"/>
          </a:xfrm>
        </p:spPr>
        <p:txBody>
          <a:bodyPr>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p:cNvSpPr>
            <a:spLocks noGrp="1"/>
          </p:cNvSpPr>
          <p:nvPr>
            <p:ph type="dt" sz="half" idx="10"/>
          </p:nvPr>
        </p:nvSpPr>
        <p:spPr/>
        <p:txBody>
          <a:bodyPr/>
          <a:lstStyle/>
          <a:p>
            <a:fld id="{57302355-E14B-8545-A8F8-0FE83CC9D524}" type="datetimeFigureOut">
              <a:rPr lang="en-US" dirty="0"/>
              <a:pPr/>
              <a:t>2/26/2026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288858963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Freeform 6"/>
          <p:cNvSpPr/>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lvl1pPr>
              <a:defRPr/>
            </a:lvl1pPr>
          </a:lstStyle>
          <a:p>
            <a:r>
              <a:rPr lang="en-US" dirty="0"/>
              <a:t>Click to edit Master title style</a:t>
            </a:r>
          </a:p>
        </p:txBody>
      </p:sp>
      <p:sp>
        <p:nvSpPr>
          <p:cNvPr id="3" name="Text Placeholder 2"/>
          <p:cNvSpPr>
            <a:spLocks noGrp="1"/>
          </p:cNvSpPr>
          <p:nvPr>
            <p:ph type="body" idx="1"/>
          </p:nvPr>
        </p:nvSpPr>
        <p:spPr>
          <a:xfrm>
            <a:off x="814728" y="2174875"/>
            <a:ext cx="5189857" cy="576262"/>
          </a:xfrm>
        </p:spPr>
        <p:txBody>
          <a:bodyPr anchor="b">
            <a:noAutofit/>
          </a:bodyPr>
          <a:lstStyle>
            <a:lvl1pPr marL="0" indent="0" algn="ctr">
              <a:buNone/>
              <a:defRPr sz="20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814729" y="2751138"/>
            <a:ext cx="5189856" cy="3109913"/>
          </a:xfrm>
        </p:spPr>
        <p:txBody>
          <a:bodyPr anchor="t">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6187415" y="2174875"/>
            <a:ext cx="5194583" cy="576262"/>
          </a:xfrm>
        </p:spPr>
        <p:txBody>
          <a:bodyPr anchor="b">
            <a:noAutofit/>
          </a:bodyPr>
          <a:lstStyle>
            <a:lvl1pPr marL="0" indent="0" algn="ctr">
              <a:buNone/>
              <a:defRPr sz="20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6187415" y="2751138"/>
            <a:ext cx="5194583" cy="3109913"/>
          </a:xfrm>
        </p:spPr>
        <p:txBody>
          <a:bodyPr anchor="t">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02640F58-564D-2B4F-AE67-E407BA4FCF45}" type="datetimeFigureOut">
              <a:rPr lang="en-US" dirty="0"/>
              <a:pPr/>
              <a:t>2/26/2026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58919280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Freeform 6"/>
          <p:cNvSpPr/>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p>
            <a:r>
              <a:rPr lang="en-US" dirty="0"/>
              <a:t>Click to edit Master title style</a:t>
            </a:r>
          </a:p>
        </p:txBody>
      </p:sp>
      <p:sp>
        <p:nvSpPr>
          <p:cNvPr id="3" name="Date Placeholder 2"/>
          <p:cNvSpPr>
            <a:spLocks noGrp="1"/>
          </p:cNvSpPr>
          <p:nvPr>
            <p:ph type="dt" sz="half" idx="10"/>
          </p:nvPr>
        </p:nvSpPr>
        <p:spPr/>
        <p:txBody>
          <a:bodyPr/>
          <a:lstStyle/>
          <a:p>
            <a:fld id="{F13A34C8-038E-2045-AF43-DF7DBB8E0E9E}" type="datetimeFigureOut">
              <a:rPr lang="en-US" dirty="0"/>
              <a:pPr/>
              <a:t>2/26/2026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113023927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818C68F-D26B-8F47-958C-23B49CF8A634}" type="datetimeFigureOut">
              <a:rPr lang="en-US" dirty="0"/>
              <a:pPr/>
              <a:t>2/26/2026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35611084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12" name="Freeform 6"/>
          <p:cNvSpPr>
            <a:spLocks noChangeAspect="1"/>
          </p:cNvSpPr>
          <p:nvPr/>
        </p:nvSpPr>
        <p:spPr bwMode="auto">
          <a:xfrm>
            <a:off x="1073151" y="446087"/>
            <a:ext cx="3547533" cy="1814651"/>
          </a:xfrm>
          <a:custGeom>
            <a:avLst/>
            <a:gdLst/>
            <a:ahLst/>
            <a:cxnLst/>
            <a:rect l="0" t="0" r="r" b="b"/>
            <a:pathLst>
              <a:path w="3384" h="2308">
                <a:moveTo>
                  <a:pt x="3340" y="0"/>
                </a:moveTo>
                <a:lnTo>
                  <a:pt x="44" y="0"/>
                </a:lnTo>
                <a:lnTo>
                  <a:pt x="44" y="0"/>
                </a:lnTo>
                <a:lnTo>
                  <a:pt x="34" y="0"/>
                </a:lnTo>
                <a:lnTo>
                  <a:pt x="26" y="4"/>
                </a:lnTo>
                <a:lnTo>
                  <a:pt x="20" y="8"/>
                </a:lnTo>
                <a:lnTo>
                  <a:pt x="12" y="12"/>
                </a:lnTo>
                <a:lnTo>
                  <a:pt x="8" y="20"/>
                </a:lnTo>
                <a:lnTo>
                  <a:pt x="4" y="26"/>
                </a:lnTo>
                <a:lnTo>
                  <a:pt x="0" y="34"/>
                </a:lnTo>
                <a:lnTo>
                  <a:pt x="0" y="44"/>
                </a:lnTo>
                <a:lnTo>
                  <a:pt x="0" y="2076"/>
                </a:lnTo>
                <a:lnTo>
                  <a:pt x="0" y="2076"/>
                </a:lnTo>
                <a:lnTo>
                  <a:pt x="0" y="2086"/>
                </a:lnTo>
                <a:lnTo>
                  <a:pt x="4" y="2094"/>
                </a:lnTo>
                <a:lnTo>
                  <a:pt x="8" y="2100"/>
                </a:lnTo>
                <a:lnTo>
                  <a:pt x="12" y="2108"/>
                </a:lnTo>
                <a:lnTo>
                  <a:pt x="20" y="2112"/>
                </a:lnTo>
                <a:lnTo>
                  <a:pt x="26" y="2116"/>
                </a:lnTo>
                <a:lnTo>
                  <a:pt x="34" y="2120"/>
                </a:lnTo>
                <a:lnTo>
                  <a:pt x="44" y="2120"/>
                </a:lnTo>
                <a:lnTo>
                  <a:pt x="474" y="2120"/>
                </a:lnTo>
                <a:lnTo>
                  <a:pt x="650" y="2296"/>
                </a:lnTo>
                <a:lnTo>
                  <a:pt x="650" y="2296"/>
                </a:lnTo>
                <a:lnTo>
                  <a:pt x="656" y="2300"/>
                </a:lnTo>
                <a:lnTo>
                  <a:pt x="664" y="2304"/>
                </a:lnTo>
                <a:lnTo>
                  <a:pt x="672" y="2308"/>
                </a:lnTo>
                <a:lnTo>
                  <a:pt x="680" y="2308"/>
                </a:lnTo>
                <a:lnTo>
                  <a:pt x="688" y="2308"/>
                </a:lnTo>
                <a:lnTo>
                  <a:pt x="696" y="2304"/>
                </a:lnTo>
                <a:lnTo>
                  <a:pt x="704" y="2300"/>
                </a:lnTo>
                <a:lnTo>
                  <a:pt x="710" y="2296"/>
                </a:lnTo>
                <a:lnTo>
                  <a:pt x="886" y="2120"/>
                </a:lnTo>
                <a:lnTo>
                  <a:pt x="3340" y="2120"/>
                </a:lnTo>
                <a:lnTo>
                  <a:pt x="3340" y="2120"/>
                </a:lnTo>
                <a:lnTo>
                  <a:pt x="3350" y="2120"/>
                </a:lnTo>
                <a:lnTo>
                  <a:pt x="3358" y="2116"/>
                </a:lnTo>
                <a:lnTo>
                  <a:pt x="3364" y="2112"/>
                </a:lnTo>
                <a:lnTo>
                  <a:pt x="3372" y="2108"/>
                </a:lnTo>
                <a:lnTo>
                  <a:pt x="3376" y="2100"/>
                </a:lnTo>
                <a:lnTo>
                  <a:pt x="3380" y="2094"/>
                </a:lnTo>
                <a:lnTo>
                  <a:pt x="3384" y="2086"/>
                </a:lnTo>
                <a:lnTo>
                  <a:pt x="3384" y="2076"/>
                </a:lnTo>
                <a:lnTo>
                  <a:pt x="3384" y="44"/>
                </a:lnTo>
                <a:lnTo>
                  <a:pt x="3384" y="44"/>
                </a:lnTo>
                <a:lnTo>
                  <a:pt x="3384" y="34"/>
                </a:lnTo>
                <a:lnTo>
                  <a:pt x="3380" y="26"/>
                </a:lnTo>
                <a:lnTo>
                  <a:pt x="3376" y="20"/>
                </a:lnTo>
                <a:lnTo>
                  <a:pt x="3372" y="12"/>
                </a:lnTo>
                <a:lnTo>
                  <a:pt x="3364" y="8"/>
                </a:lnTo>
                <a:lnTo>
                  <a:pt x="3358" y="4"/>
                </a:lnTo>
                <a:lnTo>
                  <a:pt x="3350" y="0"/>
                </a:lnTo>
                <a:lnTo>
                  <a:pt x="3340" y="0"/>
                </a:lnTo>
                <a:lnTo>
                  <a:pt x="3340" y="0"/>
                </a:lnTo>
                <a:close/>
              </a:path>
            </a:pathLst>
          </a:custGeom>
          <a:ln/>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1073151" y="446088"/>
            <a:ext cx="3547533" cy="1618396"/>
          </a:xfrm>
        </p:spPr>
        <p:txBody>
          <a:bodyPr anchor="b"/>
          <a:lstStyle>
            <a:lvl1pPr algn="l">
              <a:defRPr sz="2000" b="1"/>
            </a:lvl1pPr>
          </a:lstStyle>
          <a:p>
            <a:r>
              <a:rPr lang="en-US" dirty="0"/>
              <a:t>Click to edit Master title style</a:t>
            </a:r>
          </a:p>
        </p:txBody>
      </p:sp>
      <p:sp>
        <p:nvSpPr>
          <p:cNvPr id="3" name="Content Placeholder 2"/>
          <p:cNvSpPr>
            <a:spLocks noGrp="1"/>
          </p:cNvSpPr>
          <p:nvPr>
            <p:ph idx="1"/>
          </p:nvPr>
        </p:nvSpPr>
        <p:spPr>
          <a:xfrm>
            <a:off x="4855633" y="446088"/>
            <a:ext cx="6252633" cy="5414963"/>
          </a:xfrm>
        </p:spPr>
        <p:txBody>
          <a:bodyPr>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1073151" y="2260738"/>
            <a:ext cx="3547533" cy="3600311"/>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5" name="Date Placeholder 4"/>
          <p:cNvSpPr>
            <a:spLocks noGrp="1"/>
          </p:cNvSpPr>
          <p:nvPr>
            <p:ph type="dt" sz="half" idx="10"/>
          </p:nvPr>
        </p:nvSpPr>
        <p:spPr/>
        <p:txBody>
          <a:bodyPr/>
          <a:lstStyle/>
          <a:p>
            <a:fld id="{D0DF5E60-9974-AC48-9591-99C2BB44B7CF}" type="datetimeFigureOut">
              <a:rPr lang="en-US" dirty="0"/>
              <a:pPr/>
              <a:t>2/26/2026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35641685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14728" y="727522"/>
            <a:ext cx="4852988" cy="1617163"/>
          </a:xfrm>
        </p:spPr>
        <p:txBody>
          <a:bodyPr anchor="b">
            <a:normAutofit/>
          </a:bodyPr>
          <a:lstStyle>
            <a:lvl1pPr algn="l">
              <a:defRPr sz="2400" b="0"/>
            </a:lvl1pPr>
          </a:lstStyle>
          <a:p>
            <a:r>
              <a:rPr lang="en-US" dirty="0"/>
              <a:t>Click to edit Master title style</a:t>
            </a:r>
          </a:p>
        </p:txBody>
      </p:sp>
      <p:sp>
        <p:nvSpPr>
          <p:cNvPr id="9" name="Picture Placeholder 11"/>
          <p:cNvSpPr>
            <a:spLocks noGrp="1" noChangeAspect="1"/>
          </p:cNvSpPr>
          <p:nvPr>
            <p:ph type="pic" sz="quarter" idx="13"/>
          </p:nvPr>
        </p:nvSpPr>
        <p:spPr bwMode="auto">
          <a:xfrm>
            <a:off x="6098117" y="0"/>
            <a:ext cx="6093883" cy="6858000"/>
          </a:xfrm>
          <a:custGeom>
            <a:avLst/>
            <a:gdLst/>
            <a:ahLst/>
            <a:cxnLst/>
            <a:rect l="0" t="0" r="r" b="b"/>
            <a:pathLst>
              <a:path w="2879" h="4320">
                <a:moveTo>
                  <a:pt x="183" y="0"/>
                </a:moveTo>
                <a:lnTo>
                  <a:pt x="183" y="1197"/>
                </a:lnTo>
                <a:lnTo>
                  <a:pt x="8" y="1372"/>
                </a:lnTo>
                <a:lnTo>
                  <a:pt x="8" y="1372"/>
                </a:lnTo>
                <a:lnTo>
                  <a:pt x="6" y="1376"/>
                </a:lnTo>
                <a:lnTo>
                  <a:pt x="3" y="1382"/>
                </a:lnTo>
                <a:lnTo>
                  <a:pt x="0" y="1387"/>
                </a:lnTo>
                <a:lnTo>
                  <a:pt x="0" y="1393"/>
                </a:lnTo>
                <a:lnTo>
                  <a:pt x="0" y="1399"/>
                </a:lnTo>
                <a:lnTo>
                  <a:pt x="3" y="1404"/>
                </a:lnTo>
                <a:lnTo>
                  <a:pt x="6" y="1410"/>
                </a:lnTo>
                <a:lnTo>
                  <a:pt x="8" y="1414"/>
                </a:lnTo>
                <a:lnTo>
                  <a:pt x="183" y="1589"/>
                </a:lnTo>
                <a:lnTo>
                  <a:pt x="183" y="4320"/>
                </a:lnTo>
                <a:lnTo>
                  <a:pt x="2879" y="4320"/>
                </a:lnTo>
                <a:lnTo>
                  <a:pt x="2879" y="0"/>
                </a:lnTo>
                <a:lnTo>
                  <a:pt x="183" y="0"/>
                </a:lnTo>
                <a:close/>
              </a:path>
            </a:pathLst>
          </a:custGeom>
          <a:noFill/>
          <a:ln w="9525">
            <a:solidFill>
              <a:schemeClr val="tx2"/>
            </a:solidFill>
            <a:round/>
            <a:headEnd/>
            <a:tailEnd/>
          </a:ln>
          <a:effectLst/>
        </p:spPr>
        <p:txBody>
          <a:bodyPr wrap="square" numCol="1" anchor="t" anchorCtr="0" compatLnSpc="1">
            <a:prstTxWarp prst="textNoShape">
              <a:avLst/>
            </a:prstTxWarp>
            <a:normAutofit/>
          </a:bodyPr>
          <a:lstStyle>
            <a:lvl1pPr algn="ctr">
              <a:buFontTx/>
              <a:buNone/>
              <a:defRPr sz="1400"/>
            </a:lvl1pPr>
          </a:lstStyle>
          <a:p>
            <a:endParaRPr lang="en-US" dirty="0"/>
          </a:p>
        </p:txBody>
      </p:sp>
      <p:sp>
        <p:nvSpPr>
          <p:cNvPr id="4" name="Text Placeholder 3"/>
          <p:cNvSpPr>
            <a:spLocks noGrp="1"/>
          </p:cNvSpPr>
          <p:nvPr>
            <p:ph type="body" sz="half" idx="2"/>
          </p:nvPr>
        </p:nvSpPr>
        <p:spPr>
          <a:xfrm>
            <a:off x="814728" y="2344684"/>
            <a:ext cx="4852988" cy="3516365"/>
          </a:xfrm>
        </p:spPr>
        <p:txBody>
          <a:bodyPr anchor="t">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5" name="Date Placeholder 4"/>
          <p:cNvSpPr>
            <a:spLocks noGrp="1"/>
          </p:cNvSpPr>
          <p:nvPr>
            <p:ph type="dt" sz="half" idx="10"/>
          </p:nvPr>
        </p:nvSpPr>
        <p:spPr>
          <a:xfrm>
            <a:off x="3885810" y="6041362"/>
            <a:ext cx="976879" cy="365125"/>
          </a:xfrm>
        </p:spPr>
        <p:txBody>
          <a:bodyPr/>
          <a:lstStyle/>
          <a:p>
            <a:fld id="{18C79C5D-2A6F-F04D-97DA-BEF2467B64E4}" type="datetimeFigureOut">
              <a:rPr lang="en-US" dirty="0"/>
              <a:pPr/>
              <a:t>2/26/2026</a:t>
            </a:fld>
            <a:endParaRPr lang="en-US" dirty="0"/>
          </a:p>
        </p:txBody>
      </p:sp>
      <p:sp>
        <p:nvSpPr>
          <p:cNvPr id="6" name="Footer Placeholder 5"/>
          <p:cNvSpPr>
            <a:spLocks noGrp="1"/>
          </p:cNvSpPr>
          <p:nvPr>
            <p:ph type="ftr" sz="quarter" idx="11"/>
          </p:nvPr>
        </p:nvSpPr>
        <p:spPr>
          <a:xfrm>
            <a:off x="590396" y="6041362"/>
            <a:ext cx="3295413" cy="365125"/>
          </a:xfrm>
        </p:spPr>
        <p:txBody>
          <a:bodyPr/>
          <a:lstStyle/>
          <a:p>
            <a:endParaRPr lang="en-US" dirty="0"/>
          </a:p>
        </p:txBody>
      </p:sp>
      <p:sp>
        <p:nvSpPr>
          <p:cNvPr id="7" name="Slide Number Placeholder 6"/>
          <p:cNvSpPr>
            <a:spLocks noGrp="1"/>
          </p:cNvSpPr>
          <p:nvPr>
            <p:ph type="sldNum" sz="quarter" idx="12"/>
          </p:nvPr>
        </p:nvSpPr>
        <p:spPr>
          <a:xfrm>
            <a:off x="4862689" y="5915888"/>
            <a:ext cx="1062155" cy="490599"/>
          </a:xfrm>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39613319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10000" y="4800600"/>
            <a:ext cx="10561418" cy="566738"/>
          </a:xfrm>
        </p:spPr>
        <p:txBody>
          <a:bodyPr anchor="b">
            <a:normAutofit/>
          </a:bodyPr>
          <a:lstStyle>
            <a:lvl1pPr algn="l">
              <a:defRPr sz="2400" b="0"/>
            </a:lvl1pPr>
          </a:lstStyle>
          <a:p>
            <a:r>
              <a:rPr lang="en-US" dirty="0"/>
              <a:t>Click to edit Master title style</a:t>
            </a:r>
          </a:p>
        </p:txBody>
      </p:sp>
      <p:sp>
        <p:nvSpPr>
          <p:cNvPr id="15" name="Picture Placeholder 14"/>
          <p:cNvSpPr>
            <a:spLocks noGrp="1" noChangeAspect="1"/>
          </p:cNvSpPr>
          <p:nvPr>
            <p:ph type="pic" sz="quarter" idx="13"/>
          </p:nvPr>
        </p:nvSpPr>
        <p:spPr bwMode="auto">
          <a:xfrm>
            <a:off x="0" y="0"/>
            <a:ext cx="12192000" cy="4800600"/>
          </a:xfrm>
          <a:custGeom>
            <a:avLst/>
            <a:gdLst/>
            <a:ahLst/>
            <a:cxnLst/>
            <a:rect l="0" t="0" r="r" b="b"/>
            <a:pathLst>
              <a:path w="5760" h="3289">
                <a:moveTo>
                  <a:pt x="5760" y="0"/>
                </a:moveTo>
                <a:lnTo>
                  <a:pt x="0" y="0"/>
                </a:lnTo>
                <a:lnTo>
                  <a:pt x="0" y="3100"/>
                </a:lnTo>
                <a:lnTo>
                  <a:pt x="943" y="3100"/>
                </a:lnTo>
                <a:lnTo>
                  <a:pt x="1123" y="3281"/>
                </a:lnTo>
                <a:lnTo>
                  <a:pt x="1123" y="3281"/>
                </a:lnTo>
                <a:lnTo>
                  <a:pt x="1127" y="3283"/>
                </a:lnTo>
                <a:lnTo>
                  <a:pt x="1133" y="3286"/>
                </a:lnTo>
                <a:lnTo>
                  <a:pt x="1139" y="3289"/>
                </a:lnTo>
                <a:lnTo>
                  <a:pt x="1144" y="3289"/>
                </a:lnTo>
                <a:lnTo>
                  <a:pt x="1150" y="3289"/>
                </a:lnTo>
                <a:lnTo>
                  <a:pt x="1155" y="3286"/>
                </a:lnTo>
                <a:lnTo>
                  <a:pt x="1161" y="3283"/>
                </a:lnTo>
                <a:lnTo>
                  <a:pt x="1165" y="3281"/>
                </a:lnTo>
                <a:lnTo>
                  <a:pt x="1345" y="3100"/>
                </a:lnTo>
                <a:lnTo>
                  <a:pt x="5760" y="3100"/>
                </a:lnTo>
                <a:lnTo>
                  <a:pt x="5760" y="0"/>
                </a:lnTo>
                <a:close/>
              </a:path>
            </a:pathLst>
          </a:custGeom>
          <a:noFill/>
          <a:ln>
            <a:solidFill>
              <a:schemeClr val="tx2"/>
            </a:solidFill>
          </a:ln>
        </p:spPr>
        <p:style>
          <a:lnRef idx="1">
            <a:schemeClr val="accent1"/>
          </a:lnRef>
          <a:fillRef idx="3">
            <a:schemeClr val="accent1"/>
          </a:fillRef>
          <a:effectRef idx="2">
            <a:schemeClr val="accent1"/>
          </a:effectRef>
          <a:fontRef idx="minor">
            <a:schemeClr val="lt1"/>
          </a:fontRef>
        </p:style>
        <p:txBody>
          <a:bodyPr wrap="square" numCol="1" anchor="t" anchorCtr="0" compatLnSpc="1">
            <a:prstTxWarp prst="textNoShape">
              <a:avLst/>
            </a:prstTxWarp>
            <a:normAutofit/>
          </a:bodyPr>
          <a:lstStyle>
            <a:lvl1pPr marL="0" indent="0" algn="ctr">
              <a:buFontTx/>
              <a:buNone/>
              <a:defRPr sz="1600"/>
            </a:lvl1pPr>
          </a:lstStyle>
          <a:p>
            <a:endParaRPr lang="en-US" dirty="0"/>
          </a:p>
        </p:txBody>
      </p:sp>
      <p:sp>
        <p:nvSpPr>
          <p:cNvPr id="4" name="Text Placeholder 3"/>
          <p:cNvSpPr>
            <a:spLocks noGrp="1"/>
          </p:cNvSpPr>
          <p:nvPr>
            <p:ph type="body" sz="half" idx="2"/>
          </p:nvPr>
        </p:nvSpPr>
        <p:spPr>
          <a:xfrm>
            <a:off x="810000" y="5367338"/>
            <a:ext cx="10561418"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5" name="Date Placeholder 4"/>
          <p:cNvSpPr>
            <a:spLocks noGrp="1"/>
          </p:cNvSpPr>
          <p:nvPr>
            <p:ph type="dt" sz="half" idx="10"/>
          </p:nvPr>
        </p:nvSpPr>
        <p:spPr/>
        <p:txBody>
          <a:bodyPr/>
          <a:lstStyle/>
          <a:p>
            <a:fld id="{18C79C5D-2A6F-F04D-97DA-BEF2467B64E4}" type="datetimeFigureOut">
              <a:rPr lang="en-US" dirty="0"/>
              <a:pPr/>
              <a:t>2/26/2026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135726109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8" name="Freeform 6"/>
          <p:cNvSpPr>
            <a:spLocks noChangeAspect="1"/>
          </p:cNvSpPr>
          <p:nvPr/>
        </p:nvSpPr>
        <p:spPr bwMode="auto">
          <a:xfrm>
            <a:off x="631697" y="1081456"/>
            <a:ext cx="6332416" cy="3239188"/>
          </a:xfrm>
          <a:custGeom>
            <a:avLst/>
            <a:gdLst/>
            <a:ahLst/>
            <a:cxnLst/>
            <a:rect l="0" t="0" r="r" b="b"/>
            <a:pathLst>
              <a:path w="3384" h="2308">
                <a:moveTo>
                  <a:pt x="3340" y="0"/>
                </a:moveTo>
                <a:lnTo>
                  <a:pt x="44" y="0"/>
                </a:lnTo>
                <a:lnTo>
                  <a:pt x="44" y="0"/>
                </a:lnTo>
                <a:lnTo>
                  <a:pt x="34" y="0"/>
                </a:lnTo>
                <a:lnTo>
                  <a:pt x="26" y="4"/>
                </a:lnTo>
                <a:lnTo>
                  <a:pt x="20" y="8"/>
                </a:lnTo>
                <a:lnTo>
                  <a:pt x="12" y="12"/>
                </a:lnTo>
                <a:lnTo>
                  <a:pt x="8" y="20"/>
                </a:lnTo>
                <a:lnTo>
                  <a:pt x="4" y="26"/>
                </a:lnTo>
                <a:lnTo>
                  <a:pt x="0" y="34"/>
                </a:lnTo>
                <a:lnTo>
                  <a:pt x="0" y="44"/>
                </a:lnTo>
                <a:lnTo>
                  <a:pt x="0" y="2076"/>
                </a:lnTo>
                <a:lnTo>
                  <a:pt x="0" y="2076"/>
                </a:lnTo>
                <a:lnTo>
                  <a:pt x="0" y="2086"/>
                </a:lnTo>
                <a:lnTo>
                  <a:pt x="4" y="2094"/>
                </a:lnTo>
                <a:lnTo>
                  <a:pt x="8" y="2100"/>
                </a:lnTo>
                <a:lnTo>
                  <a:pt x="12" y="2108"/>
                </a:lnTo>
                <a:lnTo>
                  <a:pt x="20" y="2112"/>
                </a:lnTo>
                <a:lnTo>
                  <a:pt x="26" y="2116"/>
                </a:lnTo>
                <a:lnTo>
                  <a:pt x="34" y="2120"/>
                </a:lnTo>
                <a:lnTo>
                  <a:pt x="44" y="2120"/>
                </a:lnTo>
                <a:lnTo>
                  <a:pt x="474" y="2120"/>
                </a:lnTo>
                <a:lnTo>
                  <a:pt x="650" y="2296"/>
                </a:lnTo>
                <a:lnTo>
                  <a:pt x="650" y="2296"/>
                </a:lnTo>
                <a:lnTo>
                  <a:pt x="656" y="2300"/>
                </a:lnTo>
                <a:lnTo>
                  <a:pt x="664" y="2304"/>
                </a:lnTo>
                <a:lnTo>
                  <a:pt x="672" y="2308"/>
                </a:lnTo>
                <a:lnTo>
                  <a:pt x="680" y="2308"/>
                </a:lnTo>
                <a:lnTo>
                  <a:pt x="688" y="2308"/>
                </a:lnTo>
                <a:lnTo>
                  <a:pt x="696" y="2304"/>
                </a:lnTo>
                <a:lnTo>
                  <a:pt x="704" y="2300"/>
                </a:lnTo>
                <a:lnTo>
                  <a:pt x="710" y="2296"/>
                </a:lnTo>
                <a:lnTo>
                  <a:pt x="886" y="2120"/>
                </a:lnTo>
                <a:lnTo>
                  <a:pt x="3340" y="2120"/>
                </a:lnTo>
                <a:lnTo>
                  <a:pt x="3340" y="2120"/>
                </a:lnTo>
                <a:lnTo>
                  <a:pt x="3350" y="2120"/>
                </a:lnTo>
                <a:lnTo>
                  <a:pt x="3358" y="2116"/>
                </a:lnTo>
                <a:lnTo>
                  <a:pt x="3364" y="2112"/>
                </a:lnTo>
                <a:lnTo>
                  <a:pt x="3372" y="2108"/>
                </a:lnTo>
                <a:lnTo>
                  <a:pt x="3376" y="2100"/>
                </a:lnTo>
                <a:lnTo>
                  <a:pt x="3380" y="2094"/>
                </a:lnTo>
                <a:lnTo>
                  <a:pt x="3384" y="2086"/>
                </a:lnTo>
                <a:lnTo>
                  <a:pt x="3384" y="2076"/>
                </a:lnTo>
                <a:lnTo>
                  <a:pt x="3384" y="44"/>
                </a:lnTo>
                <a:lnTo>
                  <a:pt x="3384" y="44"/>
                </a:lnTo>
                <a:lnTo>
                  <a:pt x="3384" y="34"/>
                </a:lnTo>
                <a:lnTo>
                  <a:pt x="3380" y="26"/>
                </a:lnTo>
                <a:lnTo>
                  <a:pt x="3376" y="20"/>
                </a:lnTo>
                <a:lnTo>
                  <a:pt x="3372" y="12"/>
                </a:lnTo>
                <a:lnTo>
                  <a:pt x="3364" y="8"/>
                </a:lnTo>
                <a:lnTo>
                  <a:pt x="3358" y="4"/>
                </a:lnTo>
                <a:lnTo>
                  <a:pt x="3350" y="0"/>
                </a:lnTo>
                <a:lnTo>
                  <a:pt x="3340" y="0"/>
                </a:lnTo>
                <a:lnTo>
                  <a:pt x="3340" y="0"/>
                </a:lnTo>
                <a:close/>
              </a:path>
            </a:pathLst>
          </a:custGeom>
          <a:ln>
            <a:solidFill>
              <a:schemeClr val="accent1"/>
            </a:solidFill>
          </a:ln>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850985" y="1238502"/>
            <a:ext cx="5893840" cy="2645912"/>
          </a:xfrm>
        </p:spPr>
        <p:txBody>
          <a:bodyPr anchor="b"/>
          <a:lstStyle>
            <a:lvl1pPr algn="l">
              <a:defRPr sz="4200" b="1" cap="none"/>
            </a:lvl1pPr>
          </a:lstStyle>
          <a:p>
            <a:r>
              <a:rPr lang="en-US" dirty="0"/>
              <a:t>Click to edit Master title style</a:t>
            </a:r>
          </a:p>
        </p:txBody>
      </p:sp>
      <p:sp>
        <p:nvSpPr>
          <p:cNvPr id="3" name="Text Placeholder 2"/>
          <p:cNvSpPr>
            <a:spLocks noGrp="1"/>
          </p:cNvSpPr>
          <p:nvPr>
            <p:ph type="body" idx="1"/>
          </p:nvPr>
        </p:nvSpPr>
        <p:spPr>
          <a:xfrm>
            <a:off x="853190" y="4443680"/>
            <a:ext cx="5891636" cy="713241"/>
          </a:xfrm>
        </p:spPr>
        <p:txBody>
          <a:bodyPr anchor="t">
            <a:no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9" name="Text Placeholder 5"/>
          <p:cNvSpPr>
            <a:spLocks noGrp="1"/>
          </p:cNvSpPr>
          <p:nvPr>
            <p:ph type="body" sz="quarter" idx="16"/>
          </p:nvPr>
        </p:nvSpPr>
        <p:spPr>
          <a:xfrm>
            <a:off x="7574642" y="1081456"/>
            <a:ext cx="3810001" cy="4075465"/>
          </a:xfrm>
        </p:spPr>
        <p:txBody>
          <a:bodyPr anchor="t"/>
          <a:lstStyle>
            <a:lvl1pPr marL="0" indent="0">
              <a:buFontTx/>
              <a:buNone/>
              <a:defRPr/>
            </a:lvl1pPr>
          </a:lstStyle>
          <a:p>
            <a:pPr lvl="0"/>
            <a:r>
              <a:rPr lang="en-US" dirty="0"/>
              <a:t>Click to edit Master text styles</a:t>
            </a:r>
          </a:p>
        </p:txBody>
      </p:sp>
      <p:sp>
        <p:nvSpPr>
          <p:cNvPr id="4" name="Date Placeholder 3"/>
          <p:cNvSpPr>
            <a:spLocks noGrp="1"/>
          </p:cNvSpPr>
          <p:nvPr>
            <p:ph type="dt" sz="half" idx="10"/>
          </p:nvPr>
        </p:nvSpPr>
        <p:spPr/>
        <p:txBody>
          <a:bodyPr/>
          <a:lstStyle/>
          <a:p>
            <a:fld id="{8DFA1846-DA80-1C48-A609-854EA85C59AD}" type="datetimeFigureOut">
              <a:rPr lang="en-US" dirty="0"/>
              <a:pPr/>
              <a:t>2/26/2026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64728735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9" name="Freeform 6"/>
          <p:cNvSpPr>
            <a:spLocks noChangeAspect="1"/>
          </p:cNvSpPr>
          <p:nvPr/>
        </p:nvSpPr>
        <p:spPr bwMode="auto">
          <a:xfrm>
            <a:off x="1140884" y="2286585"/>
            <a:ext cx="4895115" cy="2503972"/>
          </a:xfrm>
          <a:custGeom>
            <a:avLst/>
            <a:gdLst/>
            <a:ahLst/>
            <a:cxnLst/>
            <a:rect l="0" t="0" r="r" b="b"/>
            <a:pathLst>
              <a:path w="3384" h="2308">
                <a:moveTo>
                  <a:pt x="3340" y="0"/>
                </a:moveTo>
                <a:lnTo>
                  <a:pt x="44" y="0"/>
                </a:lnTo>
                <a:lnTo>
                  <a:pt x="44" y="0"/>
                </a:lnTo>
                <a:lnTo>
                  <a:pt x="34" y="0"/>
                </a:lnTo>
                <a:lnTo>
                  <a:pt x="26" y="4"/>
                </a:lnTo>
                <a:lnTo>
                  <a:pt x="20" y="8"/>
                </a:lnTo>
                <a:lnTo>
                  <a:pt x="12" y="12"/>
                </a:lnTo>
                <a:lnTo>
                  <a:pt x="8" y="20"/>
                </a:lnTo>
                <a:lnTo>
                  <a:pt x="4" y="26"/>
                </a:lnTo>
                <a:lnTo>
                  <a:pt x="0" y="34"/>
                </a:lnTo>
                <a:lnTo>
                  <a:pt x="0" y="44"/>
                </a:lnTo>
                <a:lnTo>
                  <a:pt x="0" y="2076"/>
                </a:lnTo>
                <a:lnTo>
                  <a:pt x="0" y="2076"/>
                </a:lnTo>
                <a:lnTo>
                  <a:pt x="0" y="2086"/>
                </a:lnTo>
                <a:lnTo>
                  <a:pt x="4" y="2094"/>
                </a:lnTo>
                <a:lnTo>
                  <a:pt x="8" y="2100"/>
                </a:lnTo>
                <a:lnTo>
                  <a:pt x="12" y="2108"/>
                </a:lnTo>
                <a:lnTo>
                  <a:pt x="20" y="2112"/>
                </a:lnTo>
                <a:lnTo>
                  <a:pt x="26" y="2116"/>
                </a:lnTo>
                <a:lnTo>
                  <a:pt x="34" y="2120"/>
                </a:lnTo>
                <a:lnTo>
                  <a:pt x="44" y="2120"/>
                </a:lnTo>
                <a:lnTo>
                  <a:pt x="474" y="2120"/>
                </a:lnTo>
                <a:lnTo>
                  <a:pt x="650" y="2296"/>
                </a:lnTo>
                <a:lnTo>
                  <a:pt x="650" y="2296"/>
                </a:lnTo>
                <a:lnTo>
                  <a:pt x="656" y="2300"/>
                </a:lnTo>
                <a:lnTo>
                  <a:pt x="664" y="2304"/>
                </a:lnTo>
                <a:lnTo>
                  <a:pt x="672" y="2308"/>
                </a:lnTo>
                <a:lnTo>
                  <a:pt x="680" y="2308"/>
                </a:lnTo>
                <a:lnTo>
                  <a:pt x="688" y="2308"/>
                </a:lnTo>
                <a:lnTo>
                  <a:pt x="696" y="2304"/>
                </a:lnTo>
                <a:lnTo>
                  <a:pt x="704" y="2300"/>
                </a:lnTo>
                <a:lnTo>
                  <a:pt x="710" y="2296"/>
                </a:lnTo>
                <a:lnTo>
                  <a:pt x="886" y="2120"/>
                </a:lnTo>
                <a:lnTo>
                  <a:pt x="3340" y="2120"/>
                </a:lnTo>
                <a:lnTo>
                  <a:pt x="3340" y="2120"/>
                </a:lnTo>
                <a:lnTo>
                  <a:pt x="3350" y="2120"/>
                </a:lnTo>
                <a:lnTo>
                  <a:pt x="3358" y="2116"/>
                </a:lnTo>
                <a:lnTo>
                  <a:pt x="3364" y="2112"/>
                </a:lnTo>
                <a:lnTo>
                  <a:pt x="3372" y="2108"/>
                </a:lnTo>
                <a:lnTo>
                  <a:pt x="3376" y="2100"/>
                </a:lnTo>
                <a:lnTo>
                  <a:pt x="3380" y="2094"/>
                </a:lnTo>
                <a:lnTo>
                  <a:pt x="3384" y="2086"/>
                </a:lnTo>
                <a:lnTo>
                  <a:pt x="3384" y="2076"/>
                </a:lnTo>
                <a:lnTo>
                  <a:pt x="3384" y="44"/>
                </a:lnTo>
                <a:lnTo>
                  <a:pt x="3384" y="44"/>
                </a:lnTo>
                <a:lnTo>
                  <a:pt x="3384" y="34"/>
                </a:lnTo>
                <a:lnTo>
                  <a:pt x="3380" y="26"/>
                </a:lnTo>
                <a:lnTo>
                  <a:pt x="3376" y="20"/>
                </a:lnTo>
                <a:lnTo>
                  <a:pt x="3372" y="12"/>
                </a:lnTo>
                <a:lnTo>
                  <a:pt x="3364" y="8"/>
                </a:lnTo>
                <a:lnTo>
                  <a:pt x="3358" y="4"/>
                </a:lnTo>
                <a:lnTo>
                  <a:pt x="3350" y="0"/>
                </a:lnTo>
                <a:lnTo>
                  <a:pt x="3340" y="0"/>
                </a:lnTo>
                <a:lnTo>
                  <a:pt x="3340" y="0"/>
                </a:lnTo>
                <a:close/>
              </a:path>
            </a:pathLst>
          </a:custGeom>
          <a:ln>
            <a:solidFill>
              <a:schemeClr val="accent1"/>
            </a:solidFill>
          </a:ln>
        </p:spPr>
        <p:style>
          <a:lnRef idx="1">
            <a:schemeClr val="accent1"/>
          </a:lnRef>
          <a:fillRef idx="3">
            <a:schemeClr val="accent1"/>
          </a:fillRef>
          <a:effectRef idx="2">
            <a:schemeClr val="accent1"/>
          </a:effectRef>
          <a:fontRef idx="minor">
            <a:schemeClr val="lt1"/>
          </a:fontRef>
        </p:style>
      </p:sp>
      <p:sp>
        <p:nvSpPr>
          <p:cNvPr id="38" name="Title 1"/>
          <p:cNvSpPr>
            <a:spLocks noGrp="1"/>
          </p:cNvSpPr>
          <p:nvPr>
            <p:ph type="title"/>
          </p:nvPr>
        </p:nvSpPr>
        <p:spPr>
          <a:xfrm>
            <a:off x="1357089" y="2435957"/>
            <a:ext cx="4382521" cy="2007789"/>
          </a:xfrm>
        </p:spPr>
        <p:txBody>
          <a:bodyPr/>
          <a:lstStyle>
            <a:lvl1pPr>
              <a:defRPr sz="3200"/>
            </a:lvl1pPr>
          </a:lstStyle>
          <a:p>
            <a:r>
              <a:rPr lang="en-US" dirty="0"/>
              <a:t>Click to edit Master title style</a:t>
            </a:r>
          </a:p>
        </p:txBody>
      </p:sp>
      <p:sp>
        <p:nvSpPr>
          <p:cNvPr id="6" name="Text Placeholder 5"/>
          <p:cNvSpPr>
            <a:spLocks noGrp="1"/>
          </p:cNvSpPr>
          <p:nvPr>
            <p:ph type="body" sz="quarter" idx="16"/>
          </p:nvPr>
        </p:nvSpPr>
        <p:spPr>
          <a:xfrm>
            <a:off x="6156000" y="2286000"/>
            <a:ext cx="4880300" cy="2295525"/>
          </a:xfrm>
        </p:spPr>
        <p:txBody>
          <a:bodyPr anchor="t"/>
          <a:lstStyle>
            <a:lvl1pPr marL="0" indent="0">
              <a:buFontTx/>
              <a:buNone/>
              <a:defRPr/>
            </a:lvl1pPr>
          </a:lstStyle>
          <a:p>
            <a:pPr lvl="0"/>
            <a:r>
              <a:rPr lang="en-US" dirty="0"/>
              <a:t>Click to edit Master text styles</a:t>
            </a:r>
          </a:p>
        </p:txBody>
      </p:sp>
      <p:sp>
        <p:nvSpPr>
          <p:cNvPr id="2" name="Date Placeholder 1"/>
          <p:cNvSpPr>
            <a:spLocks noGrp="1"/>
          </p:cNvSpPr>
          <p:nvPr>
            <p:ph type="dt" sz="half" idx="10"/>
          </p:nvPr>
        </p:nvSpPr>
        <p:spPr/>
        <p:txBody>
          <a:bodyPr/>
          <a:lstStyle/>
          <a:p>
            <a:fld id="{FBF54567-0DE4-3F47-BF90-CB84690072F9}" type="datetimeFigureOut">
              <a:rPr lang="en-US" dirty="0"/>
              <a:pPr/>
              <a:t>2/26/2026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305446780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7" name="Freeform 6"/>
          <p:cNvSpPr/>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p>
            <a:r>
              <a:rPr lang="en-US" dirty="0"/>
              <a:t>Click to edit Master title style</a:t>
            </a:r>
          </a:p>
        </p:txBody>
      </p:sp>
      <p:sp>
        <p:nvSpPr>
          <p:cNvPr id="3" name="Vertical Text Placeholder 2"/>
          <p:cNvSpPr>
            <a:spLocks noGrp="1"/>
          </p:cNvSpPr>
          <p:nvPr>
            <p:ph type="body" orient="vert" idx="1"/>
          </p:nvPr>
        </p:nvSpPr>
        <p:spPr/>
        <p:txBody>
          <a:bodyPr vert="eaVert" ancho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C6C52C72-DE31-F449-A4ED-4C594FD91407}" type="datetimeFigureOut">
              <a:rPr lang="en-US" dirty="0"/>
              <a:pPr/>
              <a:t>2/26/2026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99963710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12" name="Freeform 6"/>
          <p:cNvSpPr>
            <a:spLocks noChangeAspect="1"/>
          </p:cNvSpPr>
          <p:nvPr/>
        </p:nvSpPr>
        <p:spPr bwMode="auto">
          <a:xfrm>
            <a:off x="7669651" y="446089"/>
            <a:ext cx="4522349" cy="5414962"/>
          </a:xfrm>
          <a:custGeom>
            <a:avLst/>
            <a:gdLst/>
            <a:ahLst/>
            <a:cxnLst/>
            <a:rect l="0" t="0" r="r" b="b"/>
            <a:pathLst>
              <a:path w="2879" h="4320">
                <a:moveTo>
                  <a:pt x="183" y="0"/>
                </a:moveTo>
                <a:lnTo>
                  <a:pt x="183" y="1197"/>
                </a:lnTo>
                <a:lnTo>
                  <a:pt x="8" y="1372"/>
                </a:lnTo>
                <a:lnTo>
                  <a:pt x="8" y="1372"/>
                </a:lnTo>
                <a:lnTo>
                  <a:pt x="6" y="1376"/>
                </a:lnTo>
                <a:lnTo>
                  <a:pt x="3" y="1382"/>
                </a:lnTo>
                <a:lnTo>
                  <a:pt x="0" y="1387"/>
                </a:lnTo>
                <a:lnTo>
                  <a:pt x="0" y="1393"/>
                </a:lnTo>
                <a:lnTo>
                  <a:pt x="0" y="1399"/>
                </a:lnTo>
                <a:lnTo>
                  <a:pt x="3" y="1404"/>
                </a:lnTo>
                <a:lnTo>
                  <a:pt x="6" y="1410"/>
                </a:lnTo>
                <a:lnTo>
                  <a:pt x="8" y="1414"/>
                </a:lnTo>
                <a:lnTo>
                  <a:pt x="183" y="1589"/>
                </a:lnTo>
                <a:lnTo>
                  <a:pt x="183" y="4320"/>
                </a:lnTo>
                <a:lnTo>
                  <a:pt x="2879" y="4320"/>
                </a:lnTo>
                <a:lnTo>
                  <a:pt x="2879" y="0"/>
                </a:lnTo>
                <a:lnTo>
                  <a:pt x="183" y="0"/>
                </a:lnTo>
                <a:close/>
              </a:path>
            </a:pathLst>
          </a:custGeom>
          <a:ln/>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183540" y="586171"/>
            <a:ext cx="2494791" cy="5134798"/>
          </a:xfrm>
        </p:spPr>
        <p:txBody>
          <a:bodyPr vert="eaVert"/>
          <a:lstStyle/>
          <a:p>
            <a:r>
              <a:rPr lang="en-US" dirty="0"/>
              <a:t>Click to edit Master title style</a:t>
            </a:r>
          </a:p>
        </p:txBody>
      </p:sp>
      <p:sp>
        <p:nvSpPr>
          <p:cNvPr id="3" name="Vertical Text Placeholder 2"/>
          <p:cNvSpPr>
            <a:spLocks noGrp="1"/>
          </p:cNvSpPr>
          <p:nvPr>
            <p:ph type="body" orient="vert" idx="1"/>
          </p:nvPr>
        </p:nvSpPr>
        <p:spPr>
          <a:xfrm>
            <a:off x="810001" y="446089"/>
            <a:ext cx="6611540" cy="5414962"/>
          </a:xfrm>
        </p:spPr>
        <p:txBody>
          <a:bodyPr vert="eaVert" ancho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ED62726E-379B-B349-9EED-81ED093FA806}" type="datetimeFigureOut">
              <a:rPr lang="en-US" dirty="0"/>
              <a:pPr/>
              <a:t>2/26/2026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11333281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0000" y="447188"/>
            <a:ext cx="10571998" cy="970450"/>
          </a:xfrm>
          <a:prstGeom prst="rect">
            <a:avLst/>
          </a:prstGeom>
          <a:effectLst>
            <a:outerShdw blurRad="50800" dir="14400000">
              <a:srgbClr val="000000">
                <a:alpha val="60000"/>
              </a:srgbClr>
            </a:outerShdw>
          </a:effectLst>
        </p:spPr>
        <p:txBody>
          <a:bodyPr vert="horz" lIns="91440" tIns="45720" rIns="91440" bIns="45720" rtlCol="0" anchor="b">
            <a:noAutofit/>
          </a:bodyPr>
          <a:lstStyle/>
          <a:p>
            <a:r>
              <a:rPr lang="en-US" dirty="0"/>
              <a:t>Click to edit Master title style</a:t>
            </a:r>
          </a:p>
        </p:txBody>
      </p:sp>
      <p:sp>
        <p:nvSpPr>
          <p:cNvPr id="3" name="Text Placeholder 2"/>
          <p:cNvSpPr>
            <a:spLocks noGrp="1"/>
          </p:cNvSpPr>
          <p:nvPr>
            <p:ph type="body" idx="1"/>
          </p:nvPr>
        </p:nvSpPr>
        <p:spPr>
          <a:xfrm>
            <a:off x="810000" y="2184401"/>
            <a:ext cx="10563285" cy="3674397"/>
          </a:xfrm>
          <a:prstGeom prst="rect">
            <a:avLst/>
          </a:prstGeom>
          <a:effectLst>
            <a:outerShdw blurRad="50800" dir="14400000">
              <a:srgbClr val="000000">
                <a:alpha val="40000"/>
              </a:srgbClr>
            </a:outerShdw>
          </a:effectLst>
        </p:spPr>
        <p:txBody>
          <a:bodyPr vert="horz" lIns="91440" tIns="45720" rIns="91440" bIns="45720" rtlCol="0" anchor="ctr">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p:cNvSpPr>
            <a:spLocks noGrp="1"/>
          </p:cNvSpPr>
          <p:nvPr>
            <p:ph type="ftr" sz="quarter" idx="3"/>
          </p:nvPr>
        </p:nvSpPr>
        <p:spPr>
          <a:xfrm>
            <a:off x="451514" y="6041362"/>
            <a:ext cx="8644320" cy="365125"/>
          </a:xfrm>
          <a:prstGeom prst="rect">
            <a:avLst/>
          </a:prstGeom>
        </p:spPr>
        <p:txBody>
          <a:bodyPr vert="horz" lIns="91440" tIns="45720" rIns="91440" bIns="45720" rtlCol="0" anchor="b"/>
          <a:lstStyle>
            <a:lvl1pPr algn="l">
              <a:defRPr sz="900">
                <a:solidFill>
                  <a:schemeClr val="tx1"/>
                </a:solidFill>
              </a:defRPr>
            </a:lvl1pPr>
          </a:lstStyle>
          <a:p>
            <a:endParaRPr lang="en-US" dirty="0"/>
          </a:p>
        </p:txBody>
      </p:sp>
      <p:sp>
        <p:nvSpPr>
          <p:cNvPr id="4" name="Date Placeholder 3"/>
          <p:cNvSpPr>
            <a:spLocks noGrp="1"/>
          </p:cNvSpPr>
          <p:nvPr>
            <p:ph type="dt" sz="half" idx="2"/>
          </p:nvPr>
        </p:nvSpPr>
        <p:spPr>
          <a:xfrm>
            <a:off x="9334626" y="6041362"/>
            <a:ext cx="1343706" cy="365125"/>
          </a:xfrm>
          <a:prstGeom prst="rect">
            <a:avLst/>
          </a:prstGeom>
        </p:spPr>
        <p:txBody>
          <a:bodyPr vert="horz" lIns="91440" tIns="45720" rIns="91440" bIns="45720" rtlCol="0" anchor="b"/>
          <a:lstStyle>
            <a:lvl1pPr algn="r">
              <a:defRPr sz="900">
                <a:solidFill>
                  <a:schemeClr val="tx1"/>
                </a:solidFill>
              </a:defRPr>
            </a:lvl1pPr>
          </a:lstStyle>
          <a:p>
            <a:fld id="{09B482E8-6E0E-1B4F-B1FD-C69DB9E858D9}" type="datetimeFigureOut">
              <a:rPr lang="en-US" dirty="0"/>
              <a:pPr/>
              <a:t>2/26/2026</a:t>
            </a:fld>
            <a:endParaRPr lang="en-US" dirty="0"/>
          </a:p>
        </p:txBody>
      </p:sp>
      <p:sp>
        <p:nvSpPr>
          <p:cNvPr id="6" name="Slide Number Placeholder 5"/>
          <p:cNvSpPr>
            <a:spLocks noGrp="1"/>
          </p:cNvSpPr>
          <p:nvPr>
            <p:ph type="sldNum" sz="quarter" idx="4"/>
          </p:nvPr>
        </p:nvSpPr>
        <p:spPr>
          <a:xfrm>
            <a:off x="10678331" y="5915888"/>
            <a:ext cx="1062155" cy="490599"/>
          </a:xfrm>
          <a:prstGeom prst="rect">
            <a:avLst/>
          </a:prstGeom>
        </p:spPr>
        <p:txBody>
          <a:bodyPr vert="horz" lIns="91440" tIns="45720" rIns="91440" bIns="10800" rtlCol="0" anchor="b"/>
          <a:lstStyle>
            <a:lvl1pPr algn="r">
              <a:defRPr sz="2000">
                <a:solidFill>
                  <a:schemeClr val="accent1"/>
                </a:solidFill>
              </a:defRPr>
            </a:lvl1pPr>
          </a:lstStyle>
          <a:p>
            <a:fld id="{D57F1E4F-1CFF-5643-939E-217C01CDF565}" type="slidenum">
              <a:rPr lang="en-US" dirty="0"/>
              <a:pPr/>
              <a:t>‹#›</a:t>
            </a:fld>
            <a:endParaRPr lang="en-US" dirty="0"/>
          </a:p>
        </p:txBody>
      </p:sp>
    </p:spTree>
    <p:extLst>
      <p:ext uri="{BB962C8B-B14F-4D97-AF65-F5344CB8AC3E}">
        <p14:creationId xmlns:p14="http://schemas.microsoft.com/office/powerpoint/2010/main" val="2037219539"/>
      </p:ext>
    </p:extLst>
  </p:cSld>
  <p:clrMap bg1="dk1" tx1="lt1" bg2="dk2" tx2="lt2" accent1="accent1" accent2="accent2" accent3="accent3" accent4="accent4" accent5="accent5" accent6="accent6" hlink="hlink" folHlink="folHlink"/>
  <p:sldLayoutIdLst>
    <p:sldLayoutId id="2147483688" r:id="rId1"/>
    <p:sldLayoutId id="2147483689" r:id="rId2"/>
    <p:sldLayoutId id="2147483690" r:id="rId3"/>
    <p:sldLayoutId id="2147483691" r:id="rId4"/>
    <p:sldLayoutId id="2147483692" r:id="rId5"/>
    <p:sldLayoutId id="2147483693" r:id="rId6"/>
    <p:sldLayoutId id="2147483694" r:id="rId7"/>
    <p:sldLayoutId id="2147483695" r:id="rId8"/>
    <p:sldLayoutId id="2147483696" r:id="rId9"/>
    <p:sldLayoutId id="2147483697" r:id="rId10"/>
    <p:sldLayoutId id="2147483698" r:id="rId11"/>
    <p:sldLayoutId id="2147483699" r:id="rId12"/>
    <p:sldLayoutId id="2147483700" r:id="rId13"/>
    <p:sldLayoutId id="2147483701" r:id="rId14"/>
  </p:sldLayoutIdLst>
  <p:hf sldNum="0" hdr="0" ftr="0" dt="0"/>
  <p:txStyles>
    <p:titleStyle>
      <a:lvl1pPr algn="l" defTabSz="457200" rtl="0" eaLnBrk="1" latinLnBrk="0" hangingPunct="1">
        <a:spcBef>
          <a:spcPct val="0"/>
        </a:spcBef>
        <a:buNone/>
        <a:defRPr sz="4000" b="1" kern="1200">
          <a:solidFill>
            <a:srgbClr val="FEFEFE"/>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ct val="20000"/>
        </a:spcBef>
        <a:spcAft>
          <a:spcPts val="600"/>
        </a:spcAft>
        <a:buClr>
          <a:schemeClr val="accent1"/>
        </a:buClr>
        <a:buFont typeface="Wingdings 2" charset="2"/>
        <a:buChar char=""/>
        <a:defRPr sz="1800" kern="1200">
          <a:solidFill>
            <a:schemeClr val="tx1"/>
          </a:solidFill>
          <a:latin typeface="+mn-lt"/>
          <a:ea typeface="+mn-ea"/>
          <a:cs typeface="+mn-cs"/>
        </a:defRPr>
      </a:lvl1pPr>
      <a:lvl2pPr marL="742950" indent="-285750" algn="l" defTabSz="457200" rtl="0" eaLnBrk="1" latinLnBrk="0" hangingPunct="1">
        <a:spcBef>
          <a:spcPct val="20000"/>
        </a:spcBef>
        <a:spcAft>
          <a:spcPts val="600"/>
        </a:spcAft>
        <a:buClr>
          <a:schemeClr val="accent1"/>
        </a:buClr>
        <a:buFont typeface="Wingdings 2" charset="2"/>
        <a:buChar char=""/>
        <a:defRPr sz="1600" kern="1200">
          <a:solidFill>
            <a:schemeClr val="tx1"/>
          </a:solidFill>
          <a:latin typeface="+mn-lt"/>
          <a:ea typeface="+mn-ea"/>
          <a:cs typeface="+mn-cs"/>
        </a:defRPr>
      </a:lvl2pPr>
      <a:lvl3pPr marL="1143000" indent="-228600" algn="l" defTabSz="457200" rtl="0" eaLnBrk="1" latinLnBrk="0" hangingPunct="1">
        <a:spcBef>
          <a:spcPct val="20000"/>
        </a:spcBef>
        <a:spcAft>
          <a:spcPts val="600"/>
        </a:spcAft>
        <a:buClr>
          <a:schemeClr val="accent1"/>
        </a:buClr>
        <a:buFont typeface="Wingdings 2" charset="2"/>
        <a:buChar char=""/>
        <a:defRPr sz="1400" kern="1200">
          <a:solidFill>
            <a:schemeClr val="tx1"/>
          </a:solidFill>
          <a:latin typeface="+mn-lt"/>
          <a:ea typeface="+mn-ea"/>
          <a:cs typeface="+mn-cs"/>
        </a:defRPr>
      </a:lvl3pPr>
      <a:lvl4pPr marL="16002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4pPr>
      <a:lvl5pPr marL="20574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5pPr>
      <a:lvl6pPr marL="24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6pPr>
      <a:lvl7pPr marL="28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7pPr>
      <a:lvl8pPr marL="32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8pPr>
      <a:lvl9pPr marL="36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3F9D1F8-5DA0-4B3A-BF4C-5266972FDCEE}"/>
              </a:ext>
            </a:extLst>
          </p:cNvPr>
          <p:cNvSpPr>
            <a:spLocks noGrp="1"/>
          </p:cNvSpPr>
          <p:nvPr>
            <p:ph type="ctrTitle"/>
          </p:nvPr>
        </p:nvSpPr>
        <p:spPr>
          <a:xfrm>
            <a:off x="1520430" y="57627"/>
            <a:ext cx="10572000" cy="2971051"/>
          </a:xfrm>
        </p:spPr>
        <p:txBody>
          <a:bodyPr/>
          <a:lstStyle/>
          <a:p>
            <a:r>
              <a:rPr kumimoji="1" lang="ja-JP" altLang="en-US" dirty="0"/>
              <a:t>スーパー商品管理システム</a:t>
            </a:r>
            <a:br>
              <a:rPr kumimoji="1" lang="en-US" altLang="ja-JP" dirty="0"/>
            </a:br>
            <a:r>
              <a:rPr kumimoji="1" lang="ja-JP" altLang="en-US" dirty="0"/>
              <a:t>「</a:t>
            </a:r>
            <a:r>
              <a:rPr kumimoji="1" lang="en-US" altLang="ja-JP" dirty="0" err="1"/>
              <a:t>SuperMarketManager</a:t>
            </a:r>
            <a:r>
              <a:rPr kumimoji="1" lang="ja-JP" altLang="en-US" dirty="0"/>
              <a:t>」</a:t>
            </a:r>
          </a:p>
        </p:txBody>
      </p:sp>
      <p:sp>
        <p:nvSpPr>
          <p:cNvPr id="4" name="テキスト ボックス 3">
            <a:extLst>
              <a:ext uri="{FF2B5EF4-FFF2-40B4-BE49-F238E27FC236}">
                <a16:creationId xmlns:a16="http://schemas.microsoft.com/office/drawing/2014/main" id="{B97A9BDB-6609-48EC-BB48-DD5213D062D4}"/>
              </a:ext>
            </a:extLst>
          </p:cNvPr>
          <p:cNvSpPr txBox="1"/>
          <p:nvPr/>
        </p:nvSpPr>
        <p:spPr>
          <a:xfrm>
            <a:off x="1923303" y="4676723"/>
            <a:ext cx="8264861" cy="2893100"/>
          </a:xfrm>
          <a:prstGeom prst="rect">
            <a:avLst/>
          </a:prstGeom>
          <a:noFill/>
        </p:spPr>
        <p:txBody>
          <a:bodyPr wrap="square" lIns="91440" tIns="45720" rIns="91440" bIns="45720" rtlCol="0" anchor="t">
            <a:spAutoFit/>
          </a:bodyPr>
          <a:lstStyle/>
          <a:p>
            <a:endParaRPr kumimoji="1" lang="en-US" altLang="ja-JP" sz="2600" dirty="0">
              <a:ea typeface="ＭＳ ゴシック"/>
            </a:endParaRPr>
          </a:p>
          <a:p>
            <a:endParaRPr kumimoji="1" lang="en-US" altLang="ja-JP" sz="2600" dirty="0">
              <a:ea typeface="ＭＳ ゴシック"/>
            </a:endParaRPr>
          </a:p>
          <a:p>
            <a:r>
              <a:rPr kumimoji="1" lang="ja-JP" altLang="en-US" sz="2600" dirty="0">
                <a:ea typeface="ＭＳ ゴシック"/>
              </a:rPr>
              <a:t>リーダー　　　              班員</a:t>
            </a:r>
            <a:endParaRPr kumimoji="1" lang="en-US" altLang="ja-JP" sz="2600" dirty="0">
              <a:ea typeface="ＭＳ ゴシック"/>
            </a:endParaRPr>
          </a:p>
          <a:p>
            <a:r>
              <a:rPr kumimoji="1" lang="ja-JP" altLang="en-US" sz="2600">
                <a:ea typeface="ＭＳ ゴシック"/>
              </a:rPr>
              <a:t>東島陽向　　                 村上将太　渡邊佑真　　　　　嘉藤潤</a:t>
            </a:r>
            <a:endParaRPr kumimoji="1" lang="en-US" altLang="ja-JP" sz="2600">
              <a:ea typeface="ＭＳ ゴシック"/>
            </a:endParaRPr>
          </a:p>
          <a:p>
            <a:endParaRPr kumimoji="1" lang="en-US" altLang="ja-JP" sz="2600" dirty="0"/>
          </a:p>
          <a:p>
            <a:endParaRPr kumimoji="1" lang="ja-JP" altLang="en-US" sz="2600" dirty="0"/>
          </a:p>
        </p:txBody>
      </p:sp>
      <p:sp>
        <p:nvSpPr>
          <p:cNvPr id="7" name="テキスト ボックス 6">
            <a:extLst>
              <a:ext uri="{FF2B5EF4-FFF2-40B4-BE49-F238E27FC236}">
                <a16:creationId xmlns:a16="http://schemas.microsoft.com/office/drawing/2014/main" id="{ECAED78E-F66D-42BF-9CD4-3081C0F6D290}"/>
              </a:ext>
            </a:extLst>
          </p:cNvPr>
          <p:cNvSpPr txBox="1"/>
          <p:nvPr/>
        </p:nvSpPr>
        <p:spPr>
          <a:xfrm>
            <a:off x="3662743" y="3429000"/>
            <a:ext cx="4288353" cy="707886"/>
          </a:xfrm>
          <a:prstGeom prst="rect">
            <a:avLst/>
          </a:prstGeom>
          <a:noFill/>
        </p:spPr>
        <p:txBody>
          <a:bodyPr wrap="square" rtlCol="0">
            <a:spAutoFit/>
          </a:bodyPr>
          <a:lstStyle/>
          <a:p>
            <a:r>
              <a:rPr kumimoji="1" lang="ja-JP" altLang="en-US" sz="4000" dirty="0">
                <a:latin typeface="HG創英ﾌﾟﾚｾﾞﾝｽEB" panose="02020809000000000000" pitchFamily="17" charset="-128"/>
                <a:ea typeface="HG創英ﾌﾟﾚｾﾞﾝｽEB" panose="02020809000000000000" pitchFamily="17" charset="-128"/>
              </a:rPr>
              <a:t>チームエブリデイ</a:t>
            </a:r>
          </a:p>
        </p:txBody>
      </p:sp>
    </p:spTree>
    <p:extLst>
      <p:ext uri="{BB962C8B-B14F-4D97-AF65-F5344CB8AC3E}">
        <p14:creationId xmlns:p14="http://schemas.microsoft.com/office/powerpoint/2010/main" val="32296973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1000"/>
                                        <p:tgtEl>
                                          <p:spTgt spid="7"/>
                                        </p:tgtEl>
                                      </p:cBhvr>
                                    </p:animEffect>
                                    <p:anim calcmode="lin" valueType="num">
                                      <p:cBhvr>
                                        <p:cTn id="13" dur="1000" fill="hold"/>
                                        <p:tgtEl>
                                          <p:spTgt spid="7"/>
                                        </p:tgtEl>
                                        <p:attrNameLst>
                                          <p:attrName>ppt_x</p:attrName>
                                        </p:attrNameLst>
                                      </p:cBhvr>
                                      <p:tavLst>
                                        <p:tav tm="0">
                                          <p:val>
                                            <p:strVal val="#ppt_x"/>
                                          </p:val>
                                        </p:tav>
                                        <p:tav tm="100000">
                                          <p:val>
                                            <p:strVal val="#ppt_x"/>
                                          </p:val>
                                        </p:tav>
                                      </p:tavLst>
                                    </p:anim>
                                    <p:anim calcmode="lin" valueType="num">
                                      <p:cBhvr>
                                        <p:cTn id="14"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4">
                                            <p:txEl>
                                              <p:pRg st="2" end="2"/>
                                            </p:txEl>
                                          </p:spTgt>
                                        </p:tgtEl>
                                        <p:attrNameLst>
                                          <p:attrName>style.visibility</p:attrName>
                                        </p:attrNameLst>
                                      </p:cBhvr>
                                      <p:to>
                                        <p:strVal val="visible"/>
                                      </p:to>
                                    </p:set>
                                    <p:animEffect transition="in" filter="fade">
                                      <p:cBhvr>
                                        <p:cTn id="19" dur="1000"/>
                                        <p:tgtEl>
                                          <p:spTgt spid="4">
                                            <p:txEl>
                                              <p:pRg st="2" end="2"/>
                                            </p:txEl>
                                          </p:spTgt>
                                        </p:tgtEl>
                                      </p:cBhvr>
                                    </p:animEffect>
                                    <p:anim calcmode="lin" valueType="num">
                                      <p:cBhvr>
                                        <p:cTn id="20" dur="1000" fill="hold"/>
                                        <p:tgtEl>
                                          <p:spTgt spid="4">
                                            <p:txEl>
                                              <p:pRg st="2" end="2"/>
                                            </p:txEl>
                                          </p:spTgt>
                                        </p:tgtEl>
                                        <p:attrNameLst>
                                          <p:attrName>ppt_x</p:attrName>
                                        </p:attrNameLst>
                                      </p:cBhvr>
                                      <p:tavLst>
                                        <p:tav tm="0">
                                          <p:val>
                                            <p:strVal val="#ppt_x"/>
                                          </p:val>
                                        </p:tav>
                                        <p:tav tm="100000">
                                          <p:val>
                                            <p:strVal val="#ppt_x"/>
                                          </p:val>
                                        </p:tav>
                                      </p:tavLst>
                                    </p:anim>
                                    <p:anim calcmode="lin" valueType="num">
                                      <p:cBhvr>
                                        <p:cTn id="21" dur="1000" fill="hold"/>
                                        <p:tgtEl>
                                          <p:spTgt spid="4">
                                            <p:txEl>
                                              <p:pRg st="2" end="2"/>
                                            </p:txEl>
                                          </p:spTgt>
                                        </p:tgtEl>
                                        <p:attrNameLst>
                                          <p:attrName>ppt_y</p:attrName>
                                        </p:attrNameLst>
                                      </p:cBhvr>
                                      <p:tavLst>
                                        <p:tav tm="0">
                                          <p:val>
                                            <p:strVal val="#ppt_y+.1"/>
                                          </p:val>
                                        </p:tav>
                                        <p:tav tm="100000">
                                          <p:val>
                                            <p:strVal val="#ppt_y"/>
                                          </p:val>
                                        </p:tav>
                                      </p:tavLst>
                                    </p:anim>
                                  </p:childTnLst>
                                </p:cTn>
                              </p:par>
                              <p:par>
                                <p:cTn id="22" presetID="42" presetClass="entr" presetSubtype="0" fill="hold" nodeType="withEffect">
                                  <p:stCondLst>
                                    <p:cond delay="0"/>
                                  </p:stCondLst>
                                  <p:childTnLst>
                                    <p:set>
                                      <p:cBhvr>
                                        <p:cTn id="23" dur="1" fill="hold">
                                          <p:stCondLst>
                                            <p:cond delay="0"/>
                                          </p:stCondLst>
                                        </p:cTn>
                                        <p:tgtEl>
                                          <p:spTgt spid="4">
                                            <p:txEl>
                                              <p:pRg st="3" end="3"/>
                                            </p:txEl>
                                          </p:spTgt>
                                        </p:tgtEl>
                                        <p:attrNameLst>
                                          <p:attrName>style.visibility</p:attrName>
                                        </p:attrNameLst>
                                      </p:cBhvr>
                                      <p:to>
                                        <p:strVal val="visible"/>
                                      </p:to>
                                    </p:set>
                                    <p:animEffect transition="in" filter="fade">
                                      <p:cBhvr>
                                        <p:cTn id="24" dur="1000"/>
                                        <p:tgtEl>
                                          <p:spTgt spid="4">
                                            <p:txEl>
                                              <p:pRg st="3" end="3"/>
                                            </p:txEl>
                                          </p:spTgt>
                                        </p:tgtEl>
                                      </p:cBhvr>
                                    </p:animEffect>
                                    <p:anim calcmode="lin" valueType="num">
                                      <p:cBhvr>
                                        <p:cTn id="25" dur="1000" fill="hold"/>
                                        <p:tgtEl>
                                          <p:spTgt spid="4">
                                            <p:txEl>
                                              <p:pRg st="3" end="3"/>
                                            </p:txEl>
                                          </p:spTgt>
                                        </p:tgtEl>
                                        <p:attrNameLst>
                                          <p:attrName>ppt_x</p:attrName>
                                        </p:attrNameLst>
                                      </p:cBhvr>
                                      <p:tavLst>
                                        <p:tav tm="0">
                                          <p:val>
                                            <p:strVal val="#ppt_x"/>
                                          </p:val>
                                        </p:tav>
                                        <p:tav tm="100000">
                                          <p:val>
                                            <p:strVal val="#ppt_x"/>
                                          </p:val>
                                        </p:tav>
                                      </p:tavLst>
                                    </p:anim>
                                    <p:anim calcmode="lin" valueType="num">
                                      <p:cBhvr>
                                        <p:cTn id="26" dur="1000" fill="hold"/>
                                        <p:tgtEl>
                                          <p:spTgt spid="4">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7"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103790B-5096-4602-A349-31B0F040FBA1}"/>
              </a:ext>
            </a:extLst>
          </p:cNvPr>
          <p:cNvSpPr>
            <a:spLocks noGrp="1"/>
          </p:cNvSpPr>
          <p:nvPr>
            <p:ph type="title"/>
          </p:nvPr>
        </p:nvSpPr>
        <p:spPr/>
        <p:txBody>
          <a:bodyPr/>
          <a:lstStyle/>
          <a:p>
            <a:r>
              <a:rPr kumimoji="1" lang="ja-JP" altLang="en-US" dirty="0"/>
              <a:t>１．企画動機</a:t>
            </a:r>
          </a:p>
        </p:txBody>
      </p:sp>
      <p:sp>
        <p:nvSpPr>
          <p:cNvPr id="3" name="コンテンツ プレースホルダー 2">
            <a:extLst>
              <a:ext uri="{FF2B5EF4-FFF2-40B4-BE49-F238E27FC236}">
                <a16:creationId xmlns:a16="http://schemas.microsoft.com/office/drawing/2014/main" id="{E7B4C339-A309-4541-86D4-F695F21E8A43}"/>
              </a:ext>
            </a:extLst>
          </p:cNvPr>
          <p:cNvSpPr>
            <a:spLocks noGrp="1"/>
          </p:cNvSpPr>
          <p:nvPr>
            <p:ph idx="1"/>
          </p:nvPr>
        </p:nvSpPr>
        <p:spPr>
          <a:xfrm>
            <a:off x="581318" y="2222287"/>
            <a:ext cx="11029362" cy="4188525"/>
          </a:xfrm>
        </p:spPr>
        <p:txBody>
          <a:bodyPr>
            <a:noAutofit/>
          </a:bodyPr>
          <a:lstStyle/>
          <a:p>
            <a:r>
              <a:rPr kumimoji="1" lang="ja-JP" altLang="en-US" sz="2800" dirty="0"/>
              <a:t>今年の５月から９月にかけて行ったシステム開発実習で作成した書籍管理システムがあった。</a:t>
            </a:r>
            <a:endParaRPr kumimoji="1" lang="en-US" altLang="ja-JP" sz="2800" dirty="0"/>
          </a:p>
          <a:p>
            <a:endParaRPr kumimoji="1" lang="en-US" altLang="ja-JP" sz="2800" dirty="0"/>
          </a:p>
          <a:p>
            <a:r>
              <a:rPr kumimoji="1" lang="ja-JP" altLang="en-US" sz="2800" dirty="0"/>
              <a:t>そのシステムは、満足のいく出来ではなかった。</a:t>
            </a:r>
            <a:endParaRPr kumimoji="1" lang="en-US" altLang="ja-JP" sz="2800" dirty="0"/>
          </a:p>
          <a:p>
            <a:endParaRPr kumimoji="1" lang="en-US" altLang="ja-JP" sz="2800" dirty="0"/>
          </a:p>
          <a:p>
            <a:r>
              <a:rPr kumimoji="1" lang="ja-JP" altLang="en-US" sz="2800" dirty="0"/>
              <a:t>今回はその反省を生かし、よりよいシステムを開発しようと考えた。</a:t>
            </a:r>
          </a:p>
        </p:txBody>
      </p:sp>
    </p:spTree>
    <p:extLst>
      <p:ext uri="{BB962C8B-B14F-4D97-AF65-F5344CB8AC3E}">
        <p14:creationId xmlns:p14="http://schemas.microsoft.com/office/powerpoint/2010/main" val="8202791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 calcmode="lin" valueType="num">
                                      <p:cBhvr additive="base">
                                        <p:cTn id="19"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24DCF3A-4D5E-4651-BF74-4C46DC023A0B}"/>
              </a:ext>
            </a:extLst>
          </p:cNvPr>
          <p:cNvSpPr>
            <a:spLocks noGrp="1"/>
          </p:cNvSpPr>
          <p:nvPr>
            <p:ph type="title"/>
          </p:nvPr>
        </p:nvSpPr>
        <p:spPr/>
        <p:txBody>
          <a:bodyPr/>
          <a:lstStyle/>
          <a:p>
            <a:r>
              <a:rPr kumimoji="1" lang="ja-JP" altLang="en-US" dirty="0"/>
              <a:t>２・なぜこのシステムを作ろうとしたか</a:t>
            </a:r>
          </a:p>
        </p:txBody>
      </p:sp>
      <p:sp>
        <p:nvSpPr>
          <p:cNvPr id="3" name="コンテンツ プレースホルダー 2">
            <a:extLst>
              <a:ext uri="{FF2B5EF4-FFF2-40B4-BE49-F238E27FC236}">
                <a16:creationId xmlns:a16="http://schemas.microsoft.com/office/drawing/2014/main" id="{21A4BF67-47A8-4659-AA91-99BD37301B56}"/>
              </a:ext>
            </a:extLst>
          </p:cNvPr>
          <p:cNvSpPr>
            <a:spLocks noGrp="1"/>
          </p:cNvSpPr>
          <p:nvPr>
            <p:ph idx="1"/>
          </p:nvPr>
        </p:nvSpPr>
        <p:spPr/>
        <p:txBody>
          <a:bodyPr/>
          <a:lstStyle/>
          <a:p>
            <a:r>
              <a:rPr kumimoji="1" lang="ja-JP" altLang="en-US" sz="2800" dirty="0">
                <a:ea typeface="ＭＳ ゴシック"/>
              </a:rPr>
              <a:t>商品の在庫を確認する際に、いちいちハンディでスキャンをして確認していて、在庫数の把握に時間がかかっていた。</a:t>
            </a:r>
            <a:endParaRPr lang="en-US" altLang="ja-JP" sz="2800">
              <a:ea typeface="ＭＳ ゴシック"/>
            </a:endParaRPr>
          </a:p>
          <a:p>
            <a:r>
              <a:rPr lang="ja-JP" altLang="en-US" sz="2800" dirty="0">
                <a:ea typeface="ＭＳ ゴシック"/>
              </a:rPr>
              <a:t>同じジャンルの中でも、違う味だったり期間限定商品などもあり、明確な管理ができていないことが多々あった。</a:t>
            </a:r>
            <a:endParaRPr lang="en-US" altLang="ja-JP" sz="2800">
              <a:ea typeface="ＭＳ ゴシック"/>
            </a:endParaRPr>
          </a:p>
          <a:p>
            <a:r>
              <a:rPr kumimoji="1" lang="ja-JP" altLang="en-US" sz="2800" dirty="0">
                <a:ea typeface="ＭＳ ゴシック"/>
              </a:rPr>
              <a:t>その時間を大幅に短縮して、他の業務に充てる時間を増やせるようにしたいと考えた。</a:t>
            </a:r>
            <a:endParaRPr lang="en-US" altLang="ja-JP" dirty="0">
              <a:ea typeface="ＭＳ ゴシック" panose="020B0609070205080204" pitchFamily="49" charset="-128"/>
            </a:endParaRPr>
          </a:p>
          <a:p>
            <a:endParaRPr kumimoji="1" lang="ja-JP" altLang="en-US" dirty="0"/>
          </a:p>
        </p:txBody>
      </p:sp>
    </p:spTree>
    <p:extLst>
      <p:ext uri="{BB962C8B-B14F-4D97-AF65-F5344CB8AC3E}">
        <p14:creationId xmlns:p14="http://schemas.microsoft.com/office/powerpoint/2010/main" val="29605758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CA6B613-5BE5-4F26-8413-9AC921182088}"/>
              </a:ext>
            </a:extLst>
          </p:cNvPr>
          <p:cNvSpPr>
            <a:spLocks noGrp="1"/>
          </p:cNvSpPr>
          <p:nvPr>
            <p:ph type="title"/>
          </p:nvPr>
        </p:nvSpPr>
        <p:spPr/>
        <p:txBody>
          <a:bodyPr/>
          <a:lstStyle/>
          <a:p>
            <a:r>
              <a:rPr lang="ja-JP" altLang="en-US" dirty="0"/>
              <a:t>３・システム概要</a:t>
            </a:r>
            <a:endParaRPr kumimoji="1" lang="ja-JP" altLang="en-US" dirty="0"/>
          </a:p>
        </p:txBody>
      </p:sp>
      <p:sp>
        <p:nvSpPr>
          <p:cNvPr id="3" name="コンテンツ プレースホルダー 2">
            <a:extLst>
              <a:ext uri="{FF2B5EF4-FFF2-40B4-BE49-F238E27FC236}">
                <a16:creationId xmlns:a16="http://schemas.microsoft.com/office/drawing/2014/main" id="{51B83B10-1130-4BC7-9B9D-BBC542C6D0F5}"/>
              </a:ext>
            </a:extLst>
          </p:cNvPr>
          <p:cNvSpPr>
            <a:spLocks noGrp="1"/>
          </p:cNvSpPr>
          <p:nvPr>
            <p:ph idx="1"/>
          </p:nvPr>
        </p:nvSpPr>
        <p:spPr>
          <a:xfrm>
            <a:off x="729065" y="2697416"/>
            <a:ext cx="10554574" cy="3636511"/>
          </a:xfrm>
        </p:spPr>
        <p:txBody>
          <a:bodyPr/>
          <a:lstStyle/>
          <a:p>
            <a:r>
              <a:rPr lang="ja-JP" altLang="en-US" sz="3200">
                <a:ea typeface="ＭＳ ゴシック"/>
              </a:rPr>
              <a:t>在庫の一元管理</a:t>
            </a:r>
            <a:r>
              <a:rPr lang="en-US" altLang="ja-JP" sz="3200">
                <a:ea typeface="ＭＳ ゴシック"/>
              </a:rPr>
              <a:t>(</a:t>
            </a:r>
            <a:r>
              <a:rPr lang="ja-JP" altLang="en-US" sz="3200">
                <a:ea typeface="ＭＳ ゴシック"/>
              </a:rPr>
              <a:t>商品別・ジャンル別・期間限定商品をプルダウンメニューで選択可能）</a:t>
            </a:r>
          </a:p>
          <a:p>
            <a:r>
              <a:rPr kumimoji="1" lang="ja-JP" altLang="en-US" sz="3200" dirty="0"/>
              <a:t>管理する商品の登録または更新</a:t>
            </a:r>
            <a:endParaRPr kumimoji="1" lang="en-US" altLang="ja-JP" sz="3200" dirty="0"/>
          </a:p>
          <a:p>
            <a:r>
              <a:rPr kumimoji="1" lang="ja-JP" altLang="en-US" sz="3200" dirty="0"/>
              <a:t>利用者によって使える機能を変更する</a:t>
            </a:r>
            <a:endParaRPr kumimoji="1" lang="en-US" altLang="ja-JP" sz="3200" dirty="0"/>
          </a:p>
          <a:p>
            <a:endParaRPr kumimoji="1" lang="en-US" altLang="ja-JP" dirty="0"/>
          </a:p>
          <a:p>
            <a:endParaRPr kumimoji="1" lang="en-US" altLang="ja-JP" dirty="0"/>
          </a:p>
          <a:p>
            <a:endParaRPr kumimoji="1" lang="ja-JP" altLang="en-US" dirty="0"/>
          </a:p>
        </p:txBody>
      </p:sp>
    </p:spTree>
    <p:extLst>
      <p:ext uri="{BB962C8B-B14F-4D97-AF65-F5344CB8AC3E}">
        <p14:creationId xmlns:p14="http://schemas.microsoft.com/office/powerpoint/2010/main" val="2110774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図 5">
            <a:extLst>
              <a:ext uri="{FF2B5EF4-FFF2-40B4-BE49-F238E27FC236}">
                <a16:creationId xmlns:a16="http://schemas.microsoft.com/office/drawing/2014/main" id="{C364FE50-5829-4798-AA2A-6CF63AF7B19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爆発: 14 pt 1">
            <a:extLst>
              <a:ext uri="{FF2B5EF4-FFF2-40B4-BE49-F238E27FC236}">
                <a16:creationId xmlns:a16="http://schemas.microsoft.com/office/drawing/2014/main" id="{5F81DB76-201D-4ADE-AEF8-2C49748615EB}"/>
              </a:ext>
            </a:extLst>
          </p:cNvPr>
          <p:cNvSpPr/>
          <p:nvPr/>
        </p:nvSpPr>
        <p:spPr>
          <a:xfrm>
            <a:off x="7268067" y="-188535"/>
            <a:ext cx="4996206" cy="5128182"/>
          </a:xfrm>
          <a:prstGeom prst="irregularSeal2">
            <a:avLst/>
          </a:prstGeom>
          <a:solidFill>
            <a:schemeClr val="tx1"/>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2800" dirty="0">
                <a:solidFill>
                  <a:srgbClr val="FF0000"/>
                </a:solidFill>
                <a:latin typeface="HG行書体" panose="03000609000000000000" pitchFamily="65" charset="-128"/>
                <a:ea typeface="HG行書体" panose="03000609000000000000" pitchFamily="65" charset="-128"/>
              </a:rPr>
              <a:t>管理が間に合わん！！</a:t>
            </a:r>
          </a:p>
        </p:txBody>
      </p:sp>
    </p:spTree>
    <p:extLst>
      <p:ext uri="{BB962C8B-B14F-4D97-AF65-F5344CB8AC3E}">
        <p14:creationId xmlns:p14="http://schemas.microsoft.com/office/powerpoint/2010/main" val="289871800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ractur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gtEl>
                                        <p:attrNameLst>
                                          <p:attrName>style.visibility</p:attrName>
                                        </p:attrNameLst>
                                      </p:cBhvr>
                                      <p:to>
                                        <p:strVal val="visible"/>
                                      </p:to>
                                    </p:set>
                                    <p:animEffect transition="in" filter="fade">
                                      <p:cBhvr>
                                        <p:cTn id="14" dur="1000"/>
                                        <p:tgtEl>
                                          <p:spTgt spid="2"/>
                                        </p:tgtEl>
                                      </p:cBhvr>
                                    </p:animEffect>
                                    <p:anim calcmode="lin" valueType="num">
                                      <p:cBhvr>
                                        <p:cTn id="15" dur="1000" fill="hold"/>
                                        <p:tgtEl>
                                          <p:spTgt spid="2"/>
                                        </p:tgtEl>
                                        <p:attrNameLst>
                                          <p:attrName>ppt_x</p:attrName>
                                        </p:attrNameLst>
                                      </p:cBhvr>
                                      <p:tavLst>
                                        <p:tav tm="0">
                                          <p:val>
                                            <p:strVal val="#ppt_x"/>
                                          </p:val>
                                        </p:tav>
                                        <p:tav tm="100000">
                                          <p:val>
                                            <p:strVal val="#ppt_x"/>
                                          </p:val>
                                        </p:tav>
                                      </p:tavLst>
                                    </p:anim>
                                    <p:anim calcmode="lin" valueType="num">
                                      <p:cBhvr>
                                        <p:cTn id="16"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58CFF0A-3FDE-4AA3-96D8-7D9083F0843A}"/>
              </a:ext>
            </a:extLst>
          </p:cNvPr>
          <p:cNvSpPr>
            <a:spLocks noGrp="1"/>
          </p:cNvSpPr>
          <p:nvPr>
            <p:ph type="title"/>
          </p:nvPr>
        </p:nvSpPr>
        <p:spPr/>
        <p:txBody>
          <a:bodyPr/>
          <a:lstStyle/>
          <a:p>
            <a:r>
              <a:rPr kumimoji="1" lang="ja-JP" altLang="en-US" dirty="0"/>
              <a:t>４・想定している利用者</a:t>
            </a:r>
          </a:p>
        </p:txBody>
      </p:sp>
      <p:sp>
        <p:nvSpPr>
          <p:cNvPr id="3" name="コンテンツ プレースホルダー 2">
            <a:extLst>
              <a:ext uri="{FF2B5EF4-FFF2-40B4-BE49-F238E27FC236}">
                <a16:creationId xmlns:a16="http://schemas.microsoft.com/office/drawing/2014/main" id="{08E32335-B345-4C0E-9EF1-5ED6475A7304}"/>
              </a:ext>
            </a:extLst>
          </p:cNvPr>
          <p:cNvSpPr>
            <a:spLocks noGrp="1"/>
          </p:cNvSpPr>
          <p:nvPr>
            <p:ph idx="1"/>
          </p:nvPr>
        </p:nvSpPr>
        <p:spPr>
          <a:xfrm>
            <a:off x="517054" y="2014898"/>
            <a:ext cx="10955366" cy="3575198"/>
          </a:xfrm>
        </p:spPr>
        <p:txBody>
          <a:bodyPr>
            <a:normAutofit/>
          </a:bodyPr>
          <a:lstStyle/>
          <a:p>
            <a:endParaRPr kumimoji="1" lang="en-US" altLang="ja-JP" sz="3200" dirty="0"/>
          </a:p>
          <a:p>
            <a:pPr marL="0" indent="0">
              <a:buNone/>
            </a:pPr>
            <a:endParaRPr kumimoji="1" lang="en-US" altLang="ja-JP" sz="3200" dirty="0"/>
          </a:p>
          <a:p>
            <a:r>
              <a:rPr lang="ja-JP" altLang="en-US" sz="3200" dirty="0"/>
              <a:t>店長</a:t>
            </a:r>
            <a:r>
              <a:rPr lang="en-US" altLang="ja-JP" sz="3200" dirty="0"/>
              <a:t>(</a:t>
            </a:r>
            <a:r>
              <a:rPr lang="ja-JP" altLang="en-US" sz="3200" dirty="0"/>
              <a:t>全権</a:t>
            </a:r>
            <a:r>
              <a:rPr lang="en-US" altLang="ja-JP" sz="3200" dirty="0"/>
              <a:t>)</a:t>
            </a:r>
          </a:p>
          <a:p>
            <a:r>
              <a:rPr lang="ja-JP" altLang="en-US" sz="3200" dirty="0"/>
              <a:t>正社員</a:t>
            </a:r>
            <a:r>
              <a:rPr lang="en-US" altLang="ja-JP" sz="3200" dirty="0"/>
              <a:t>(</a:t>
            </a:r>
            <a:r>
              <a:rPr lang="ja-JP" altLang="en-US" sz="3200" dirty="0"/>
              <a:t>閲覧・申請</a:t>
            </a:r>
            <a:r>
              <a:rPr lang="en-US" altLang="ja-JP" sz="3200" dirty="0"/>
              <a:t>)</a:t>
            </a:r>
          </a:p>
          <a:p>
            <a:r>
              <a:rPr lang="ja-JP" altLang="en-US" sz="3200" dirty="0"/>
              <a:t>アルバイト</a:t>
            </a:r>
            <a:r>
              <a:rPr lang="en-US" altLang="ja-JP" sz="3200" dirty="0"/>
              <a:t>(</a:t>
            </a:r>
            <a:r>
              <a:rPr lang="ja-JP" altLang="en-US" sz="3200" dirty="0"/>
              <a:t>閲覧のみ</a:t>
            </a:r>
            <a:r>
              <a:rPr lang="en-US" altLang="ja-JP" sz="3200" dirty="0"/>
              <a:t>)</a:t>
            </a:r>
            <a:endParaRPr kumimoji="1" lang="en-US" altLang="ja-JP" sz="3200" dirty="0"/>
          </a:p>
          <a:p>
            <a:endParaRPr kumimoji="1" lang="ja-JP" altLang="en-US" sz="3200" dirty="0"/>
          </a:p>
        </p:txBody>
      </p:sp>
      <p:sp>
        <p:nvSpPr>
          <p:cNvPr id="5" name="矢印: 上 4">
            <a:extLst>
              <a:ext uri="{FF2B5EF4-FFF2-40B4-BE49-F238E27FC236}">
                <a16:creationId xmlns:a16="http://schemas.microsoft.com/office/drawing/2014/main" id="{7C408DAD-ACE3-4A22-8FEB-348DCC4560F6}"/>
              </a:ext>
            </a:extLst>
          </p:cNvPr>
          <p:cNvSpPr/>
          <p:nvPr/>
        </p:nvSpPr>
        <p:spPr>
          <a:xfrm>
            <a:off x="5750351" y="3261674"/>
            <a:ext cx="989814" cy="2215299"/>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テキスト ボックス 5">
            <a:extLst>
              <a:ext uri="{FF2B5EF4-FFF2-40B4-BE49-F238E27FC236}">
                <a16:creationId xmlns:a16="http://schemas.microsoft.com/office/drawing/2014/main" id="{16713A1F-6AF8-456D-9A7F-26F746F418F2}"/>
              </a:ext>
            </a:extLst>
          </p:cNvPr>
          <p:cNvSpPr txBox="1"/>
          <p:nvPr/>
        </p:nvSpPr>
        <p:spPr>
          <a:xfrm>
            <a:off x="7093669" y="4369323"/>
            <a:ext cx="4025246" cy="523220"/>
          </a:xfrm>
          <a:prstGeom prst="rect">
            <a:avLst/>
          </a:prstGeom>
          <a:noFill/>
        </p:spPr>
        <p:txBody>
          <a:bodyPr wrap="square" rtlCol="0">
            <a:spAutoFit/>
          </a:bodyPr>
          <a:lstStyle/>
          <a:p>
            <a:r>
              <a:rPr kumimoji="1" lang="ja-JP" altLang="en-US" sz="2800" dirty="0"/>
              <a:t>権限レベルを設定する</a:t>
            </a:r>
          </a:p>
        </p:txBody>
      </p:sp>
      <p:sp>
        <p:nvSpPr>
          <p:cNvPr id="4" name="テキスト ボックス 3">
            <a:extLst>
              <a:ext uri="{FF2B5EF4-FFF2-40B4-BE49-F238E27FC236}">
                <a16:creationId xmlns:a16="http://schemas.microsoft.com/office/drawing/2014/main" id="{63FD3D1B-2BB1-4839-A11E-B8E8A6E8142E}"/>
              </a:ext>
            </a:extLst>
          </p:cNvPr>
          <p:cNvSpPr txBox="1"/>
          <p:nvPr/>
        </p:nvSpPr>
        <p:spPr>
          <a:xfrm>
            <a:off x="0" y="6313652"/>
            <a:ext cx="10133814" cy="523220"/>
          </a:xfrm>
          <a:prstGeom prst="rect">
            <a:avLst/>
          </a:prstGeom>
          <a:noFill/>
        </p:spPr>
        <p:txBody>
          <a:bodyPr wrap="square" rtlCol="0">
            <a:spAutoFit/>
          </a:bodyPr>
          <a:lstStyle/>
          <a:p>
            <a:r>
              <a:rPr kumimoji="1" lang="en-US" altLang="ja-JP" sz="2800" dirty="0">
                <a:solidFill>
                  <a:srgbClr val="FFFF00"/>
                </a:solidFill>
              </a:rPr>
              <a:t>※</a:t>
            </a:r>
            <a:r>
              <a:rPr kumimoji="1" lang="ja-JP" altLang="en-US" sz="2800" dirty="0">
                <a:solidFill>
                  <a:srgbClr val="FFFF00"/>
                </a:solidFill>
              </a:rPr>
              <a:t>今回のシステム導入店舗は個人経営を想定。</a:t>
            </a:r>
          </a:p>
        </p:txBody>
      </p:sp>
    </p:spTree>
    <p:extLst>
      <p:ext uri="{BB962C8B-B14F-4D97-AF65-F5344CB8AC3E}">
        <p14:creationId xmlns:p14="http://schemas.microsoft.com/office/powerpoint/2010/main" val="30488108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 calcmode="lin" valueType="num">
                                      <p:cBhvr additive="base">
                                        <p:cTn id="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anim calcmode="lin" valueType="num">
                                      <p:cBhvr additive="base">
                                        <p:cTn id="13"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 calcmode="lin" valueType="num">
                                      <p:cBhvr additive="base">
                                        <p:cTn id="19"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5"/>
                                        </p:tgtEl>
                                        <p:attrNameLst>
                                          <p:attrName>style.visibility</p:attrName>
                                        </p:attrNameLst>
                                      </p:cBhvr>
                                      <p:to>
                                        <p:strVal val="visible"/>
                                      </p:to>
                                    </p:set>
                                    <p:anim calcmode="lin" valueType="num">
                                      <p:cBhvr additive="base">
                                        <p:cTn id="25" dur="500" fill="hold"/>
                                        <p:tgtEl>
                                          <p:spTgt spid="5"/>
                                        </p:tgtEl>
                                        <p:attrNameLst>
                                          <p:attrName>ppt_x</p:attrName>
                                        </p:attrNameLst>
                                      </p:cBhvr>
                                      <p:tavLst>
                                        <p:tav tm="0">
                                          <p:val>
                                            <p:strVal val="#ppt_x"/>
                                          </p:val>
                                        </p:tav>
                                        <p:tav tm="100000">
                                          <p:val>
                                            <p:strVal val="#ppt_x"/>
                                          </p:val>
                                        </p:tav>
                                      </p:tavLst>
                                    </p:anim>
                                    <p:anim calcmode="lin" valueType="num">
                                      <p:cBhvr additive="base">
                                        <p:cTn id="26" dur="500" fill="hold"/>
                                        <p:tgtEl>
                                          <p:spTgt spid="5"/>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6"/>
                                        </p:tgtEl>
                                        <p:attrNameLst>
                                          <p:attrName>style.visibility</p:attrName>
                                        </p:attrNameLst>
                                      </p:cBhvr>
                                      <p:to>
                                        <p:strVal val="visible"/>
                                      </p:to>
                                    </p:set>
                                    <p:anim calcmode="lin" valueType="num">
                                      <p:cBhvr additive="base">
                                        <p:cTn id="29" dur="500" fill="hold"/>
                                        <p:tgtEl>
                                          <p:spTgt spid="6"/>
                                        </p:tgtEl>
                                        <p:attrNameLst>
                                          <p:attrName>ppt_x</p:attrName>
                                        </p:attrNameLst>
                                      </p:cBhvr>
                                      <p:tavLst>
                                        <p:tav tm="0">
                                          <p:val>
                                            <p:strVal val="#ppt_x"/>
                                          </p:val>
                                        </p:tav>
                                        <p:tav tm="100000">
                                          <p:val>
                                            <p:strVal val="#ppt_x"/>
                                          </p:val>
                                        </p:tav>
                                      </p:tavLst>
                                    </p:anim>
                                    <p:anim calcmode="lin" valueType="num">
                                      <p:cBhvr additive="base">
                                        <p:cTn id="30"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grpId="0" nodeType="clickEffect">
                                  <p:stCondLst>
                                    <p:cond delay="0"/>
                                  </p:stCondLst>
                                  <p:childTnLst>
                                    <p:set>
                                      <p:cBhvr>
                                        <p:cTn id="34" dur="1" fill="hold">
                                          <p:stCondLst>
                                            <p:cond delay="0"/>
                                          </p:stCondLst>
                                        </p:cTn>
                                        <p:tgtEl>
                                          <p:spTgt spid="4"/>
                                        </p:tgtEl>
                                        <p:attrNameLst>
                                          <p:attrName>style.visibility</p:attrName>
                                        </p:attrNameLst>
                                      </p:cBhvr>
                                      <p:to>
                                        <p:strVal val="visible"/>
                                      </p:to>
                                    </p:set>
                                    <p:anim calcmode="lin" valueType="num">
                                      <p:cBhvr additive="base">
                                        <p:cTn id="35" dur="500" fill="hold"/>
                                        <p:tgtEl>
                                          <p:spTgt spid="4"/>
                                        </p:tgtEl>
                                        <p:attrNameLst>
                                          <p:attrName>ppt_x</p:attrName>
                                        </p:attrNameLst>
                                      </p:cBhvr>
                                      <p:tavLst>
                                        <p:tav tm="0">
                                          <p:val>
                                            <p:strVal val="#ppt_x"/>
                                          </p:val>
                                        </p:tav>
                                        <p:tav tm="100000">
                                          <p:val>
                                            <p:strVal val="#ppt_x"/>
                                          </p:val>
                                        </p:tav>
                                      </p:tavLst>
                                    </p:anim>
                                    <p:anim calcmode="lin" valueType="num">
                                      <p:cBhvr additive="base">
                                        <p:cTn id="36"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p:bldP spid="4"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AB91565-81B6-4476-B335-3838D6FADC28}"/>
              </a:ext>
            </a:extLst>
          </p:cNvPr>
          <p:cNvSpPr>
            <a:spLocks noGrp="1"/>
          </p:cNvSpPr>
          <p:nvPr>
            <p:ph type="title"/>
          </p:nvPr>
        </p:nvSpPr>
        <p:spPr/>
        <p:txBody>
          <a:bodyPr/>
          <a:lstStyle/>
          <a:p>
            <a:r>
              <a:rPr kumimoji="1" lang="ja-JP" altLang="en-US" dirty="0"/>
              <a:t>５・導入するメリット</a:t>
            </a:r>
          </a:p>
        </p:txBody>
      </p:sp>
      <p:sp>
        <p:nvSpPr>
          <p:cNvPr id="3" name="コンテンツ プレースホルダー 2">
            <a:extLst>
              <a:ext uri="{FF2B5EF4-FFF2-40B4-BE49-F238E27FC236}">
                <a16:creationId xmlns:a16="http://schemas.microsoft.com/office/drawing/2014/main" id="{7E832D39-8440-4574-92EC-97510DC3B36C}"/>
              </a:ext>
            </a:extLst>
          </p:cNvPr>
          <p:cNvSpPr>
            <a:spLocks noGrp="1"/>
          </p:cNvSpPr>
          <p:nvPr>
            <p:ph idx="1"/>
          </p:nvPr>
        </p:nvSpPr>
        <p:spPr>
          <a:xfrm>
            <a:off x="685317" y="2893806"/>
            <a:ext cx="10554574" cy="3636511"/>
          </a:xfrm>
        </p:spPr>
        <p:txBody>
          <a:bodyPr>
            <a:normAutofit/>
          </a:bodyPr>
          <a:lstStyle/>
          <a:p>
            <a:pPr marL="0" indent="0">
              <a:buNone/>
            </a:pPr>
            <a:r>
              <a:rPr kumimoji="1" lang="ja-JP" altLang="en-US" sz="3600" dirty="0">
                <a:ea typeface="ＭＳ ゴシック"/>
              </a:rPr>
              <a:t>メリット</a:t>
            </a:r>
            <a:endParaRPr lang="en-US" altLang="ja-JP" sz="3600" dirty="0">
              <a:ea typeface="ＭＳ ゴシック"/>
            </a:endParaRPr>
          </a:p>
          <a:p>
            <a:r>
              <a:rPr kumimoji="1" lang="ja-JP" altLang="en-US" sz="3600" dirty="0">
                <a:ea typeface="ＭＳ ゴシック"/>
              </a:rPr>
              <a:t>商品の一元管理が可能なので、在庫を確認する時間を大幅に短縮できる</a:t>
            </a:r>
            <a:endParaRPr lang="en-US" altLang="ja-JP" sz="3600" dirty="0">
              <a:ea typeface="ＭＳ ゴシック"/>
            </a:endParaRPr>
          </a:p>
          <a:p>
            <a:r>
              <a:rPr lang="ja-JP" altLang="en-US" sz="3600" dirty="0">
                <a:ea typeface="ＭＳ ゴシック"/>
              </a:rPr>
              <a:t>在庫が切れた商品の注文などもしやすくなる</a:t>
            </a:r>
            <a:endParaRPr lang="en-US" altLang="ja-JP" sz="3600" dirty="0">
              <a:ea typeface="ＭＳ ゴシック"/>
            </a:endParaRPr>
          </a:p>
          <a:p>
            <a:endParaRPr lang="en-US" altLang="ja-JP" sz="2000" dirty="0"/>
          </a:p>
          <a:p>
            <a:endParaRPr lang="ja-JP" altLang="en-US" sz="2000" dirty="0">
              <a:ea typeface="ＭＳ ゴシック" panose="020B0609070205080204" pitchFamily="49" charset="-128"/>
            </a:endParaRPr>
          </a:p>
        </p:txBody>
      </p:sp>
    </p:spTree>
    <p:extLst>
      <p:ext uri="{BB962C8B-B14F-4D97-AF65-F5344CB8AC3E}">
        <p14:creationId xmlns:p14="http://schemas.microsoft.com/office/powerpoint/2010/main" val="39742337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 calcmode="lin" valueType="num">
                                      <p:cBhvr additive="base">
                                        <p:cTn id="1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0E7DAD4-9091-4905-98D2-1FD6631CC4E1}"/>
              </a:ext>
            </a:extLst>
          </p:cNvPr>
          <p:cNvSpPr>
            <a:spLocks noGrp="1"/>
          </p:cNvSpPr>
          <p:nvPr>
            <p:ph type="title"/>
          </p:nvPr>
        </p:nvSpPr>
        <p:spPr/>
        <p:txBody>
          <a:bodyPr/>
          <a:lstStyle/>
          <a:p>
            <a:r>
              <a:rPr kumimoji="1" lang="ja-JP" altLang="en-US" dirty="0"/>
              <a:t>６・最終的な目標</a:t>
            </a:r>
          </a:p>
        </p:txBody>
      </p:sp>
      <p:sp>
        <p:nvSpPr>
          <p:cNvPr id="3" name="コンテンツ プレースホルダー 2">
            <a:extLst>
              <a:ext uri="{FF2B5EF4-FFF2-40B4-BE49-F238E27FC236}">
                <a16:creationId xmlns:a16="http://schemas.microsoft.com/office/drawing/2014/main" id="{30BB11CC-AE50-4638-9433-D2A468E27A82}"/>
              </a:ext>
            </a:extLst>
          </p:cNvPr>
          <p:cNvSpPr>
            <a:spLocks noGrp="1"/>
          </p:cNvSpPr>
          <p:nvPr>
            <p:ph idx="1"/>
          </p:nvPr>
        </p:nvSpPr>
        <p:spPr>
          <a:xfrm>
            <a:off x="2788914" y="1180687"/>
            <a:ext cx="10554574" cy="3737767"/>
          </a:xfrm>
        </p:spPr>
        <p:txBody>
          <a:bodyPr>
            <a:normAutofit/>
          </a:bodyPr>
          <a:lstStyle/>
          <a:p>
            <a:pPr marL="0" indent="0">
              <a:buNone/>
            </a:pPr>
            <a:r>
              <a:rPr lang="ja-JP" altLang="en-US" sz="3200" dirty="0">
                <a:ea typeface="ＭＳ ゴシック"/>
              </a:rPr>
              <a:t>店舗にシステムを導入</a:t>
            </a:r>
            <a:endParaRPr lang="en-US" altLang="ja-JP" sz="3200" dirty="0">
              <a:ea typeface="ＭＳ ゴシック"/>
            </a:endParaRPr>
          </a:p>
          <a:p>
            <a:pPr marL="0" indent="0">
              <a:buNone/>
            </a:pPr>
            <a:r>
              <a:rPr lang="ja-JP" altLang="en-US" sz="3200" dirty="0"/>
              <a:t>商品の在庫管理方法を統一</a:t>
            </a:r>
            <a:endParaRPr lang="en-US" sz="3200" dirty="0">
              <a:ea typeface="ＭＳ ゴシック"/>
            </a:endParaRPr>
          </a:p>
        </p:txBody>
      </p:sp>
      <p:sp>
        <p:nvSpPr>
          <p:cNvPr id="4" name="矢印: 下 3">
            <a:extLst>
              <a:ext uri="{FF2B5EF4-FFF2-40B4-BE49-F238E27FC236}">
                <a16:creationId xmlns:a16="http://schemas.microsoft.com/office/drawing/2014/main" id="{CA782C89-7A69-45CC-9D04-1DD23428BC5C}"/>
              </a:ext>
            </a:extLst>
          </p:cNvPr>
          <p:cNvSpPr/>
          <p:nvPr/>
        </p:nvSpPr>
        <p:spPr>
          <a:xfrm>
            <a:off x="4675695" y="3808429"/>
            <a:ext cx="1781666" cy="1395167"/>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テキスト ボックス 4">
            <a:extLst>
              <a:ext uri="{FF2B5EF4-FFF2-40B4-BE49-F238E27FC236}">
                <a16:creationId xmlns:a16="http://schemas.microsoft.com/office/drawing/2014/main" id="{DB601ED7-0035-4BB1-AE6B-EACB5714A237}"/>
              </a:ext>
            </a:extLst>
          </p:cNvPr>
          <p:cNvSpPr txBox="1"/>
          <p:nvPr/>
        </p:nvSpPr>
        <p:spPr>
          <a:xfrm>
            <a:off x="2468402" y="5333594"/>
            <a:ext cx="6410227" cy="1077218"/>
          </a:xfrm>
          <a:prstGeom prst="rect">
            <a:avLst/>
          </a:prstGeom>
          <a:noFill/>
        </p:spPr>
        <p:txBody>
          <a:bodyPr wrap="square" rtlCol="0">
            <a:spAutoFit/>
          </a:bodyPr>
          <a:lstStyle/>
          <a:p>
            <a:r>
              <a:rPr kumimoji="1" lang="ja-JP" altLang="en-US" sz="3200" dirty="0"/>
              <a:t>全体的な作業効率の改善・向上</a:t>
            </a:r>
            <a:endParaRPr kumimoji="1" lang="en-US" altLang="ja-JP" sz="3200" dirty="0"/>
          </a:p>
          <a:p>
            <a:r>
              <a:rPr kumimoji="1" lang="ja-JP" altLang="en-US" sz="3200" dirty="0"/>
              <a:t>従業員への負担軽減</a:t>
            </a:r>
          </a:p>
        </p:txBody>
      </p:sp>
      <p:pic>
        <p:nvPicPr>
          <p:cNvPr id="6" name="Picture 3">
            <a:extLst>
              <a:ext uri="{FF2B5EF4-FFF2-40B4-BE49-F238E27FC236}">
                <a16:creationId xmlns:a16="http://schemas.microsoft.com/office/drawing/2014/main" id="{08778412-BE55-49AD-834A-F377FED404ED}"/>
              </a:ext>
            </a:extLst>
          </p:cNvPr>
          <p:cNvPicPr>
            <a:picLocks noChangeAspect="1"/>
          </p:cNvPicPr>
          <p:nvPr/>
        </p:nvPicPr>
        <p:blipFill>
          <a:blip r:embed="rId3"/>
          <a:stretch>
            <a:fillRect/>
          </a:stretch>
        </p:blipFill>
        <p:spPr>
          <a:xfrm>
            <a:off x="8504753" y="4918454"/>
            <a:ext cx="2791342" cy="1861528"/>
          </a:xfrm>
          <a:prstGeom prst="rect">
            <a:avLst/>
          </a:prstGeom>
        </p:spPr>
      </p:pic>
      <p:sp>
        <p:nvSpPr>
          <p:cNvPr id="7" name="吹き出し: 角を丸めた四角形 6">
            <a:extLst>
              <a:ext uri="{FF2B5EF4-FFF2-40B4-BE49-F238E27FC236}">
                <a16:creationId xmlns:a16="http://schemas.microsoft.com/office/drawing/2014/main" id="{66409D57-8B12-4A1E-8A11-5E3CF6524471}"/>
              </a:ext>
            </a:extLst>
          </p:cNvPr>
          <p:cNvSpPr/>
          <p:nvPr/>
        </p:nvSpPr>
        <p:spPr>
          <a:xfrm flipH="1">
            <a:off x="7958480" y="2428638"/>
            <a:ext cx="3883888" cy="2120646"/>
          </a:xfrm>
          <a:prstGeom prst="wedgeRoundRectCallout">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3600" dirty="0">
                <a:solidFill>
                  <a:schemeClr val="bg1"/>
                </a:solidFill>
              </a:rPr>
              <a:t>楽になったぜ！</a:t>
            </a:r>
          </a:p>
        </p:txBody>
      </p:sp>
    </p:spTree>
    <p:extLst>
      <p:ext uri="{BB962C8B-B14F-4D97-AF65-F5344CB8AC3E}">
        <p14:creationId xmlns:p14="http://schemas.microsoft.com/office/powerpoint/2010/main" val="33330326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fade">
                                      <p:cBhvr>
                                        <p:cTn id="17" dur="500"/>
                                        <p:tgtEl>
                                          <p:spTgt spid="4"/>
                                        </p:tgtEl>
                                      </p:cBhvr>
                                    </p:animEffect>
                                  </p:childTnLst>
                                </p:cTn>
                              </p:par>
                            </p:childTnLst>
                          </p:cTn>
                        </p:par>
                      </p:childTnLst>
                    </p:cTn>
                  </p:par>
                  <p:par>
                    <p:cTn id="18" fill="hold">
                      <p:stCondLst>
                        <p:cond delay="indefinite"/>
                      </p:stCondLst>
                      <p:childTnLst>
                        <p:par>
                          <p:cTn id="19" fill="hold">
                            <p:stCondLst>
                              <p:cond delay="0"/>
                            </p:stCondLst>
                            <p:childTnLst>
                              <p:par>
                                <p:cTn id="20" presetID="6" presetClass="entr" presetSubtype="16" fill="hold" nodeType="clickEffect">
                                  <p:stCondLst>
                                    <p:cond delay="0"/>
                                  </p:stCondLst>
                                  <p:childTnLst>
                                    <p:set>
                                      <p:cBhvr>
                                        <p:cTn id="21" dur="1" fill="hold">
                                          <p:stCondLst>
                                            <p:cond delay="0"/>
                                          </p:stCondLst>
                                        </p:cTn>
                                        <p:tgtEl>
                                          <p:spTgt spid="5">
                                            <p:txEl>
                                              <p:pRg st="0" end="0"/>
                                            </p:txEl>
                                          </p:spTgt>
                                        </p:tgtEl>
                                        <p:attrNameLst>
                                          <p:attrName>style.visibility</p:attrName>
                                        </p:attrNameLst>
                                      </p:cBhvr>
                                      <p:to>
                                        <p:strVal val="visible"/>
                                      </p:to>
                                    </p:set>
                                    <p:animEffect transition="in" filter="circle(in)">
                                      <p:cBhvr>
                                        <p:cTn id="22" dur="2000"/>
                                        <p:tgtEl>
                                          <p:spTgt spid="5">
                                            <p:txEl>
                                              <p:pRg st="0" end="0"/>
                                            </p:txEl>
                                          </p:spTgt>
                                        </p:tgtEl>
                                      </p:cBhvr>
                                    </p:animEffect>
                                  </p:childTnLst>
                                </p:cTn>
                              </p:par>
                              <p:par>
                                <p:cTn id="23" presetID="6" presetClass="entr" presetSubtype="16" fill="hold" nodeType="withEffect">
                                  <p:stCondLst>
                                    <p:cond delay="0"/>
                                  </p:stCondLst>
                                  <p:childTnLst>
                                    <p:set>
                                      <p:cBhvr>
                                        <p:cTn id="24" dur="1" fill="hold">
                                          <p:stCondLst>
                                            <p:cond delay="0"/>
                                          </p:stCondLst>
                                        </p:cTn>
                                        <p:tgtEl>
                                          <p:spTgt spid="5">
                                            <p:txEl>
                                              <p:pRg st="1" end="1"/>
                                            </p:txEl>
                                          </p:spTgt>
                                        </p:tgtEl>
                                        <p:attrNameLst>
                                          <p:attrName>style.visibility</p:attrName>
                                        </p:attrNameLst>
                                      </p:cBhvr>
                                      <p:to>
                                        <p:strVal val="visible"/>
                                      </p:to>
                                    </p:set>
                                    <p:animEffect transition="in" filter="circle(in)">
                                      <p:cBhvr>
                                        <p:cTn id="25" dur="2000"/>
                                        <p:tgtEl>
                                          <p:spTgt spid="5">
                                            <p:txEl>
                                              <p:pRg st="1" end="1"/>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42" presetClass="entr" presetSubtype="0" fill="hold" grpId="0" nodeType="clickEffect">
                                  <p:stCondLst>
                                    <p:cond delay="0"/>
                                  </p:stCondLst>
                                  <p:childTnLst>
                                    <p:set>
                                      <p:cBhvr>
                                        <p:cTn id="29" dur="1" fill="hold">
                                          <p:stCondLst>
                                            <p:cond delay="0"/>
                                          </p:stCondLst>
                                        </p:cTn>
                                        <p:tgtEl>
                                          <p:spTgt spid="7"/>
                                        </p:tgtEl>
                                        <p:attrNameLst>
                                          <p:attrName>style.visibility</p:attrName>
                                        </p:attrNameLst>
                                      </p:cBhvr>
                                      <p:to>
                                        <p:strVal val="visible"/>
                                      </p:to>
                                    </p:set>
                                    <p:animEffect transition="in" filter="fade">
                                      <p:cBhvr>
                                        <p:cTn id="30" dur="1000"/>
                                        <p:tgtEl>
                                          <p:spTgt spid="7"/>
                                        </p:tgtEl>
                                      </p:cBhvr>
                                    </p:animEffect>
                                    <p:anim calcmode="lin" valueType="num">
                                      <p:cBhvr>
                                        <p:cTn id="31" dur="1000" fill="hold"/>
                                        <p:tgtEl>
                                          <p:spTgt spid="7"/>
                                        </p:tgtEl>
                                        <p:attrNameLst>
                                          <p:attrName>ppt_x</p:attrName>
                                        </p:attrNameLst>
                                      </p:cBhvr>
                                      <p:tavLst>
                                        <p:tav tm="0">
                                          <p:val>
                                            <p:strVal val="#ppt_x"/>
                                          </p:val>
                                        </p:tav>
                                        <p:tav tm="100000">
                                          <p:val>
                                            <p:strVal val="#ppt_x"/>
                                          </p:val>
                                        </p:tav>
                                      </p:tavLst>
                                    </p:anim>
                                    <p:anim calcmode="lin" valueType="num">
                                      <p:cBhvr>
                                        <p:cTn id="32" dur="1000" fill="hold"/>
                                        <p:tgtEl>
                                          <p:spTgt spid="7"/>
                                        </p:tgtEl>
                                        <p:attrNameLst>
                                          <p:attrName>ppt_y</p:attrName>
                                        </p:attrNameLst>
                                      </p:cBhvr>
                                      <p:tavLst>
                                        <p:tav tm="0">
                                          <p:val>
                                            <p:strVal val="#ppt_y+.1"/>
                                          </p:val>
                                        </p:tav>
                                        <p:tav tm="100000">
                                          <p:val>
                                            <p:strVal val="#ppt_y"/>
                                          </p:val>
                                        </p:tav>
                                      </p:tavLst>
                                    </p:anim>
                                  </p:childTnLst>
                                </p:cTn>
                              </p:par>
                              <p:par>
                                <p:cTn id="33" presetID="42" presetClass="entr" presetSubtype="0" fill="hold" nodeType="withEffect">
                                  <p:stCondLst>
                                    <p:cond delay="0"/>
                                  </p:stCondLst>
                                  <p:childTnLst>
                                    <p:set>
                                      <p:cBhvr>
                                        <p:cTn id="34" dur="1" fill="hold">
                                          <p:stCondLst>
                                            <p:cond delay="0"/>
                                          </p:stCondLst>
                                        </p:cTn>
                                        <p:tgtEl>
                                          <p:spTgt spid="6"/>
                                        </p:tgtEl>
                                        <p:attrNameLst>
                                          <p:attrName>style.visibility</p:attrName>
                                        </p:attrNameLst>
                                      </p:cBhvr>
                                      <p:to>
                                        <p:strVal val="visible"/>
                                      </p:to>
                                    </p:set>
                                    <p:animEffect transition="in" filter="fade">
                                      <p:cBhvr>
                                        <p:cTn id="35" dur="1000"/>
                                        <p:tgtEl>
                                          <p:spTgt spid="6"/>
                                        </p:tgtEl>
                                      </p:cBhvr>
                                    </p:animEffect>
                                    <p:anim calcmode="lin" valueType="num">
                                      <p:cBhvr>
                                        <p:cTn id="36" dur="1000" fill="hold"/>
                                        <p:tgtEl>
                                          <p:spTgt spid="6"/>
                                        </p:tgtEl>
                                        <p:attrNameLst>
                                          <p:attrName>ppt_x</p:attrName>
                                        </p:attrNameLst>
                                      </p:cBhvr>
                                      <p:tavLst>
                                        <p:tav tm="0">
                                          <p:val>
                                            <p:strVal val="#ppt_x"/>
                                          </p:val>
                                        </p:tav>
                                        <p:tav tm="100000">
                                          <p:val>
                                            <p:strVal val="#ppt_x"/>
                                          </p:val>
                                        </p:tav>
                                      </p:tavLst>
                                    </p:anim>
                                    <p:anim calcmode="lin" valueType="num">
                                      <p:cBhvr>
                                        <p:cTn id="37"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7"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CE3729D-8E41-49BE-958D-A2E54B67BF46}"/>
              </a:ext>
            </a:extLst>
          </p:cNvPr>
          <p:cNvSpPr>
            <a:spLocks noGrp="1"/>
          </p:cNvSpPr>
          <p:nvPr>
            <p:ph type="title"/>
          </p:nvPr>
        </p:nvSpPr>
        <p:spPr/>
        <p:txBody>
          <a:bodyPr/>
          <a:lstStyle/>
          <a:p>
            <a:r>
              <a:rPr kumimoji="1" lang="ja-JP" altLang="en-US" dirty="0"/>
              <a:t>システム開発の個人目標</a:t>
            </a:r>
          </a:p>
        </p:txBody>
      </p:sp>
      <p:sp>
        <p:nvSpPr>
          <p:cNvPr id="3" name="コンテンツ プレースホルダー 2">
            <a:extLst>
              <a:ext uri="{FF2B5EF4-FFF2-40B4-BE49-F238E27FC236}">
                <a16:creationId xmlns:a16="http://schemas.microsoft.com/office/drawing/2014/main" id="{F67E85ED-8C54-4A00-A9C5-7D66FD0849EC}"/>
              </a:ext>
            </a:extLst>
          </p:cNvPr>
          <p:cNvSpPr>
            <a:spLocks noGrp="1"/>
          </p:cNvSpPr>
          <p:nvPr>
            <p:ph idx="1"/>
          </p:nvPr>
        </p:nvSpPr>
        <p:spPr>
          <a:xfrm>
            <a:off x="307941" y="2774301"/>
            <a:ext cx="11576116" cy="3636511"/>
          </a:xfrm>
        </p:spPr>
        <p:txBody>
          <a:bodyPr/>
          <a:lstStyle/>
          <a:p>
            <a:r>
              <a:rPr kumimoji="1" lang="ja-JP" altLang="en-US" sz="2400" dirty="0"/>
              <a:t>東島　　・データベースを担当して、情報管理の円滑な連携。</a:t>
            </a:r>
            <a:endParaRPr kumimoji="1" lang="en-US" altLang="ja-JP" sz="2400" dirty="0"/>
          </a:p>
          <a:p>
            <a:pPr marL="0" indent="0">
              <a:buNone/>
            </a:pPr>
            <a:r>
              <a:rPr kumimoji="1" lang="ja-JP" altLang="en-US" sz="2400" dirty="0"/>
              <a:t>　　　　　 </a:t>
            </a:r>
            <a:r>
              <a:rPr kumimoji="1" lang="en-US" altLang="ja-JP" sz="2400" dirty="0"/>
              <a:t> </a:t>
            </a:r>
            <a:r>
              <a:rPr kumimoji="1" lang="ja-JP" altLang="en-US" sz="2400" dirty="0"/>
              <a:t>・リーダーとして、チーム全体の先導を積極的に行う。</a:t>
            </a:r>
            <a:endParaRPr kumimoji="1" lang="en-US" altLang="ja-JP" sz="2400" dirty="0"/>
          </a:p>
          <a:p>
            <a:pPr marL="0" indent="0">
              <a:buNone/>
            </a:pPr>
            <a:endParaRPr kumimoji="1" lang="en-US" altLang="ja-JP" sz="2400" dirty="0"/>
          </a:p>
          <a:p>
            <a:r>
              <a:rPr kumimoji="1" lang="ja-JP" altLang="en-US" sz="2400" dirty="0"/>
              <a:t>嘉藤　　・</a:t>
            </a:r>
            <a:r>
              <a:rPr kumimoji="1" lang="en-US" altLang="ja-JP" sz="2400" dirty="0"/>
              <a:t>PHP</a:t>
            </a:r>
            <a:r>
              <a:rPr kumimoji="1" lang="ja-JP" altLang="en-US" sz="2400" dirty="0"/>
              <a:t>を担当し、データベースとのつながりの向上性アップに努力する。</a:t>
            </a:r>
            <a:endParaRPr kumimoji="1" lang="en-US" altLang="ja-JP" sz="2400" dirty="0"/>
          </a:p>
          <a:p>
            <a:pPr marL="0" indent="0">
              <a:buNone/>
            </a:pPr>
            <a:r>
              <a:rPr kumimoji="1" lang="ja-JP" altLang="en-US" sz="2400" dirty="0"/>
              <a:t>　　　　　  ・システムの機能を使いやすさ第一優先で行う。</a:t>
            </a:r>
            <a:endParaRPr kumimoji="1" lang="en-US" altLang="ja-JP" sz="2400" dirty="0"/>
          </a:p>
          <a:p>
            <a:endParaRPr kumimoji="1" lang="en-US" altLang="ja-JP" dirty="0"/>
          </a:p>
          <a:p>
            <a:endParaRPr kumimoji="1" lang="en-US" altLang="ja-JP" dirty="0"/>
          </a:p>
          <a:p>
            <a:endParaRPr kumimoji="1" lang="en-US" altLang="ja-JP" dirty="0"/>
          </a:p>
          <a:p>
            <a:endParaRPr kumimoji="1" lang="ja-JP" altLang="en-US" dirty="0"/>
          </a:p>
        </p:txBody>
      </p:sp>
    </p:spTree>
    <p:extLst>
      <p:ext uri="{BB962C8B-B14F-4D97-AF65-F5344CB8AC3E}">
        <p14:creationId xmlns:p14="http://schemas.microsoft.com/office/powerpoint/2010/main" val="13878857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BDC2F0F-CEB2-4C7F-8812-7E417E4BAB56}"/>
              </a:ext>
            </a:extLst>
          </p:cNvPr>
          <p:cNvSpPr>
            <a:spLocks noGrp="1"/>
          </p:cNvSpPr>
          <p:nvPr>
            <p:ph type="title"/>
          </p:nvPr>
        </p:nvSpPr>
        <p:spPr/>
        <p:txBody>
          <a:bodyPr/>
          <a:lstStyle/>
          <a:p>
            <a:r>
              <a:rPr kumimoji="1" lang="ja-JP" altLang="en-US" dirty="0"/>
              <a:t>システム開発の個人目標</a:t>
            </a:r>
          </a:p>
        </p:txBody>
      </p:sp>
      <p:sp>
        <p:nvSpPr>
          <p:cNvPr id="3" name="コンテンツ プレースホルダー 2">
            <a:extLst>
              <a:ext uri="{FF2B5EF4-FFF2-40B4-BE49-F238E27FC236}">
                <a16:creationId xmlns:a16="http://schemas.microsoft.com/office/drawing/2014/main" id="{4E456A75-AC17-448E-BCD5-2A36B1ECC003}"/>
              </a:ext>
            </a:extLst>
          </p:cNvPr>
          <p:cNvSpPr>
            <a:spLocks noGrp="1"/>
          </p:cNvSpPr>
          <p:nvPr>
            <p:ph idx="1"/>
          </p:nvPr>
        </p:nvSpPr>
        <p:spPr>
          <a:xfrm>
            <a:off x="260807" y="2137445"/>
            <a:ext cx="11670384" cy="3636511"/>
          </a:xfrm>
        </p:spPr>
        <p:txBody>
          <a:bodyPr>
            <a:normAutofit/>
          </a:bodyPr>
          <a:lstStyle/>
          <a:p>
            <a:r>
              <a:rPr kumimoji="1" lang="ja-JP" altLang="en-US" sz="2400" dirty="0"/>
              <a:t>渡邉　・主にドキュメント作成を行い、プロジェクト自体への理解を深める。</a:t>
            </a:r>
            <a:endParaRPr kumimoji="1" lang="en-US" altLang="ja-JP" sz="2400" dirty="0"/>
          </a:p>
          <a:p>
            <a:pPr marL="0" indent="0">
              <a:buNone/>
            </a:pPr>
            <a:r>
              <a:rPr kumimoji="1" lang="ja-JP" altLang="en-US" sz="2400" dirty="0"/>
              <a:t>　　　　  ・内部構造の明確化に努める。　</a:t>
            </a:r>
            <a:endParaRPr kumimoji="1" lang="en-US" altLang="ja-JP" sz="2400" dirty="0"/>
          </a:p>
          <a:p>
            <a:pPr marL="0" indent="0">
              <a:buNone/>
            </a:pPr>
            <a:endParaRPr kumimoji="1" lang="en-US" altLang="ja-JP" sz="2400" dirty="0"/>
          </a:p>
          <a:p>
            <a:r>
              <a:rPr kumimoji="1" lang="ja-JP" altLang="en-US" sz="2400" dirty="0"/>
              <a:t>村上　・システム全体のデザインを担当し、利用者の利便性を高める。</a:t>
            </a:r>
            <a:endParaRPr kumimoji="1" lang="en-US" altLang="ja-JP" sz="2400" dirty="0"/>
          </a:p>
        </p:txBody>
      </p:sp>
    </p:spTree>
    <p:extLst>
      <p:ext uri="{BB962C8B-B14F-4D97-AF65-F5344CB8AC3E}">
        <p14:creationId xmlns:p14="http://schemas.microsoft.com/office/powerpoint/2010/main" val="415103081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0446A1D-C4CD-4587-9BE5-2941E8F42481}"/>
              </a:ext>
            </a:extLst>
          </p:cNvPr>
          <p:cNvSpPr>
            <a:spLocks noGrp="1"/>
          </p:cNvSpPr>
          <p:nvPr>
            <p:ph type="title"/>
          </p:nvPr>
        </p:nvSpPr>
        <p:spPr/>
        <p:txBody>
          <a:bodyPr/>
          <a:lstStyle/>
          <a:p>
            <a:r>
              <a:rPr kumimoji="1" lang="ja-JP" altLang="en-US" dirty="0"/>
              <a:t>７．技術調査</a:t>
            </a:r>
          </a:p>
        </p:txBody>
      </p:sp>
      <p:sp>
        <p:nvSpPr>
          <p:cNvPr id="3" name="テキスト プレースホルダー 2">
            <a:extLst>
              <a:ext uri="{FF2B5EF4-FFF2-40B4-BE49-F238E27FC236}">
                <a16:creationId xmlns:a16="http://schemas.microsoft.com/office/drawing/2014/main" id="{54852931-13B1-4ED7-A5FA-874469D8A225}"/>
              </a:ext>
            </a:extLst>
          </p:cNvPr>
          <p:cNvSpPr>
            <a:spLocks noGrp="1"/>
          </p:cNvSpPr>
          <p:nvPr>
            <p:ph type="body" idx="1"/>
          </p:nvPr>
        </p:nvSpPr>
        <p:spPr/>
        <p:txBody>
          <a:bodyPr/>
          <a:lstStyle/>
          <a:p>
            <a:r>
              <a:rPr kumimoji="1" lang="ja-JP" altLang="en-US" sz="4000" dirty="0">
                <a:latin typeface="HG行書体" panose="03000609000000000000" pitchFamily="65" charset="-128"/>
                <a:ea typeface="HG行書体" panose="03000609000000000000" pitchFamily="65" charset="-128"/>
              </a:rPr>
              <a:t>フロントエンド</a:t>
            </a:r>
          </a:p>
        </p:txBody>
      </p:sp>
      <p:sp>
        <p:nvSpPr>
          <p:cNvPr id="4" name="コンテンツ プレースホルダー 3">
            <a:extLst>
              <a:ext uri="{FF2B5EF4-FFF2-40B4-BE49-F238E27FC236}">
                <a16:creationId xmlns:a16="http://schemas.microsoft.com/office/drawing/2014/main" id="{57592161-006E-4313-8985-3B263BD2390C}"/>
              </a:ext>
            </a:extLst>
          </p:cNvPr>
          <p:cNvSpPr>
            <a:spLocks noGrp="1"/>
          </p:cNvSpPr>
          <p:nvPr>
            <p:ph sz="half" idx="2"/>
          </p:nvPr>
        </p:nvSpPr>
        <p:spPr>
          <a:xfrm>
            <a:off x="814729" y="2751138"/>
            <a:ext cx="5189856" cy="3659674"/>
          </a:xfrm>
        </p:spPr>
        <p:txBody>
          <a:bodyPr>
            <a:normAutofit fontScale="92500"/>
          </a:bodyPr>
          <a:lstStyle/>
          <a:p>
            <a:r>
              <a:rPr kumimoji="1" lang="ja-JP" altLang="en-US" sz="3000" dirty="0"/>
              <a:t>デザイン・レイアウト</a:t>
            </a:r>
            <a:endParaRPr kumimoji="1" lang="en-US" altLang="ja-JP" sz="3000" dirty="0"/>
          </a:p>
          <a:p>
            <a:pPr marL="0" indent="0">
              <a:buNone/>
            </a:pPr>
            <a:r>
              <a:rPr kumimoji="1" lang="en-US" altLang="ja-JP" sz="2800" dirty="0"/>
              <a:t>HTML</a:t>
            </a:r>
          </a:p>
          <a:p>
            <a:pPr marL="0" indent="0">
              <a:buNone/>
            </a:pPr>
            <a:r>
              <a:rPr kumimoji="1" lang="en-US" altLang="ja-JP" sz="2800" dirty="0"/>
              <a:t>CSS</a:t>
            </a:r>
          </a:p>
          <a:p>
            <a:pPr marL="0" indent="0">
              <a:buNone/>
            </a:pPr>
            <a:r>
              <a:rPr kumimoji="1" lang="en-US" altLang="ja-JP" sz="2800" dirty="0"/>
              <a:t>JavaScript</a:t>
            </a:r>
          </a:p>
          <a:p>
            <a:pPr marL="0" indent="0">
              <a:buNone/>
            </a:pPr>
            <a:endParaRPr kumimoji="1" lang="en-US" altLang="ja-JP" dirty="0"/>
          </a:p>
          <a:p>
            <a:pPr marL="0" indent="0">
              <a:buNone/>
            </a:pPr>
            <a:r>
              <a:rPr kumimoji="1" lang="ja-JP" altLang="en-US" sz="3200" dirty="0"/>
              <a:t>「利用者側が使う部分」</a:t>
            </a:r>
            <a:endParaRPr kumimoji="1" lang="en-US" altLang="ja-JP" sz="3200" dirty="0"/>
          </a:p>
          <a:p>
            <a:pPr marL="0" indent="0">
              <a:buNone/>
            </a:pPr>
            <a:endParaRPr kumimoji="1" lang="en-US" altLang="ja-JP" dirty="0"/>
          </a:p>
        </p:txBody>
      </p:sp>
      <p:sp>
        <p:nvSpPr>
          <p:cNvPr id="5" name="テキスト プレースホルダー 4">
            <a:extLst>
              <a:ext uri="{FF2B5EF4-FFF2-40B4-BE49-F238E27FC236}">
                <a16:creationId xmlns:a16="http://schemas.microsoft.com/office/drawing/2014/main" id="{F84BB0E4-8C12-4BDE-9BC7-93BD3BE1313E}"/>
              </a:ext>
            </a:extLst>
          </p:cNvPr>
          <p:cNvSpPr>
            <a:spLocks noGrp="1"/>
          </p:cNvSpPr>
          <p:nvPr>
            <p:ph type="body" sz="quarter" idx="3"/>
          </p:nvPr>
        </p:nvSpPr>
        <p:spPr/>
        <p:txBody>
          <a:bodyPr/>
          <a:lstStyle/>
          <a:p>
            <a:r>
              <a:rPr kumimoji="1" lang="ja-JP" altLang="en-US" sz="4000" dirty="0">
                <a:latin typeface="HG行書体" panose="03000609000000000000" pitchFamily="65" charset="-128"/>
                <a:ea typeface="HG行書体" panose="03000609000000000000" pitchFamily="65" charset="-128"/>
              </a:rPr>
              <a:t>バックエンド</a:t>
            </a:r>
          </a:p>
        </p:txBody>
      </p:sp>
      <p:sp>
        <p:nvSpPr>
          <p:cNvPr id="6" name="コンテンツ プレースホルダー 5">
            <a:extLst>
              <a:ext uri="{FF2B5EF4-FFF2-40B4-BE49-F238E27FC236}">
                <a16:creationId xmlns:a16="http://schemas.microsoft.com/office/drawing/2014/main" id="{1161FE04-C7AB-498E-A8E1-75063065E490}"/>
              </a:ext>
            </a:extLst>
          </p:cNvPr>
          <p:cNvSpPr>
            <a:spLocks noGrp="1"/>
          </p:cNvSpPr>
          <p:nvPr>
            <p:ph sz="quarter" idx="4"/>
          </p:nvPr>
        </p:nvSpPr>
        <p:spPr>
          <a:xfrm>
            <a:off x="6095999" y="2751138"/>
            <a:ext cx="5621519" cy="3659674"/>
          </a:xfrm>
        </p:spPr>
        <p:txBody>
          <a:bodyPr>
            <a:normAutofit fontScale="92500"/>
          </a:bodyPr>
          <a:lstStyle/>
          <a:p>
            <a:r>
              <a:rPr kumimoji="1" lang="ja-JP" altLang="en-US" sz="3000" dirty="0"/>
              <a:t>データベース</a:t>
            </a:r>
            <a:endParaRPr kumimoji="1" lang="en-US" altLang="ja-JP" sz="3000" dirty="0"/>
          </a:p>
          <a:p>
            <a:pPr marL="0" indent="0">
              <a:buNone/>
            </a:pPr>
            <a:r>
              <a:rPr kumimoji="1" lang="en-US" altLang="ja-JP" sz="2800" dirty="0"/>
              <a:t>MySQL</a:t>
            </a:r>
          </a:p>
          <a:p>
            <a:r>
              <a:rPr kumimoji="1" lang="ja-JP" altLang="en-US" sz="3000" dirty="0"/>
              <a:t>システム機能</a:t>
            </a:r>
            <a:endParaRPr kumimoji="1" lang="en-US" altLang="ja-JP" sz="3000" dirty="0"/>
          </a:p>
          <a:p>
            <a:pPr marL="0" indent="0">
              <a:buNone/>
            </a:pPr>
            <a:r>
              <a:rPr kumimoji="1" lang="en-US" altLang="ja-JP" sz="2800" dirty="0"/>
              <a:t>PHP</a:t>
            </a:r>
          </a:p>
          <a:p>
            <a:pPr marL="0" indent="0">
              <a:buNone/>
            </a:pPr>
            <a:endParaRPr kumimoji="1" lang="en-US" altLang="ja-JP" dirty="0"/>
          </a:p>
          <a:p>
            <a:pPr marL="0" indent="0">
              <a:buNone/>
            </a:pPr>
            <a:r>
              <a:rPr kumimoji="1" lang="ja-JP" altLang="en-US" sz="3500" dirty="0"/>
              <a:t>「開発者側が活用する部分」</a:t>
            </a:r>
            <a:endParaRPr kumimoji="1" lang="en-US" altLang="ja-JP" sz="3500" dirty="0"/>
          </a:p>
        </p:txBody>
      </p:sp>
    </p:spTree>
    <p:extLst>
      <p:ext uri="{BB962C8B-B14F-4D97-AF65-F5344CB8AC3E}">
        <p14:creationId xmlns:p14="http://schemas.microsoft.com/office/powerpoint/2010/main" val="116960622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3A5A96-9BD9-10C8-E7D9-FB02A19136AA}"/>
              </a:ext>
            </a:extLst>
          </p:cNvPr>
          <p:cNvSpPr>
            <a:spLocks noGrp="1"/>
          </p:cNvSpPr>
          <p:nvPr>
            <p:ph type="title"/>
          </p:nvPr>
        </p:nvSpPr>
        <p:spPr>
          <a:xfrm>
            <a:off x="810001" y="742365"/>
            <a:ext cx="10571998" cy="970450"/>
          </a:xfrm>
        </p:spPr>
        <p:txBody>
          <a:bodyPr/>
          <a:lstStyle/>
          <a:p>
            <a:r>
              <a:rPr lang="ja-JP" altLang="en-US" sz="4400" dirty="0">
                <a:ea typeface="ＭＳ ゴシック"/>
              </a:rPr>
              <a:t>８．質疑応答</a:t>
            </a:r>
            <a:endParaRPr lang="en-US" sz="4400" dirty="0">
              <a:ea typeface="ＭＳ ゴシック"/>
            </a:endParaRPr>
          </a:p>
        </p:txBody>
      </p:sp>
      <p:sp>
        <p:nvSpPr>
          <p:cNvPr id="3" name="テキスト ボックス 2">
            <a:extLst>
              <a:ext uri="{FF2B5EF4-FFF2-40B4-BE49-F238E27FC236}">
                <a16:creationId xmlns:a16="http://schemas.microsoft.com/office/drawing/2014/main" id="{35BA7ECB-DFE0-42D1-8E79-3E31CE0D53D9}"/>
              </a:ext>
            </a:extLst>
          </p:cNvPr>
          <p:cNvSpPr txBox="1"/>
          <p:nvPr/>
        </p:nvSpPr>
        <p:spPr>
          <a:xfrm>
            <a:off x="471341" y="3626963"/>
            <a:ext cx="11576114" cy="707886"/>
          </a:xfrm>
          <a:prstGeom prst="rect">
            <a:avLst/>
          </a:prstGeom>
          <a:noFill/>
        </p:spPr>
        <p:txBody>
          <a:bodyPr wrap="square" rtlCol="0">
            <a:spAutoFit/>
          </a:bodyPr>
          <a:lstStyle/>
          <a:p>
            <a:r>
              <a:rPr kumimoji="1" lang="ja-JP" altLang="en-US" sz="4000" dirty="0">
                <a:solidFill>
                  <a:srgbClr val="FFFF00"/>
                </a:solidFill>
                <a:latin typeface="HG創英ﾌﾟﾚｾﾞﾝｽEB" panose="02020809000000000000" pitchFamily="17" charset="-128"/>
                <a:ea typeface="HG創英ﾌﾟﾚｾﾞﾝｽEB" panose="02020809000000000000" pitchFamily="17" charset="-128"/>
              </a:rPr>
              <a:t>貴重なご質問、ご意見ありがとうございました。</a:t>
            </a:r>
            <a:endParaRPr kumimoji="1" lang="en-US" altLang="ja-JP" sz="4000" dirty="0">
              <a:solidFill>
                <a:srgbClr val="FFFF00"/>
              </a:solidFill>
              <a:latin typeface="HG創英ﾌﾟﾚｾﾞﾝｽEB" panose="02020809000000000000" pitchFamily="17" charset="-128"/>
              <a:ea typeface="HG創英ﾌﾟﾚｾﾞﾝｽEB" panose="02020809000000000000" pitchFamily="17" charset="-128"/>
            </a:endParaRPr>
          </a:p>
        </p:txBody>
      </p:sp>
    </p:spTree>
    <p:extLst>
      <p:ext uri="{BB962C8B-B14F-4D97-AF65-F5344CB8AC3E}">
        <p14:creationId xmlns:p14="http://schemas.microsoft.com/office/powerpoint/2010/main" val="40170837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8A8CC3-88DF-4F6C-B7CD-097436BE7E64}"/>
              </a:ext>
            </a:extLst>
          </p:cNvPr>
          <p:cNvSpPr>
            <a:spLocks noGrp="1"/>
          </p:cNvSpPr>
          <p:nvPr>
            <p:ph type="title"/>
          </p:nvPr>
        </p:nvSpPr>
        <p:spPr>
          <a:xfrm>
            <a:off x="1087008" y="2943775"/>
            <a:ext cx="10571998" cy="970450"/>
          </a:xfrm>
        </p:spPr>
        <p:txBody>
          <a:bodyPr/>
          <a:lstStyle/>
          <a:p>
            <a:pPr algn="ctr"/>
            <a:r>
              <a:rPr lang="ja-JP" altLang="en-US" sz="4400">
                <a:solidFill>
                  <a:srgbClr val="FFFF00"/>
                </a:solidFill>
                <a:ea typeface="ＭＳ ゴシック"/>
              </a:rPr>
              <a:t>ご清聴ありがとうございました</a:t>
            </a:r>
            <a:endParaRPr lang="en-US" sz="4400">
              <a:solidFill>
                <a:srgbClr val="FFFF00"/>
              </a:solidFill>
              <a:ea typeface="ＭＳ ゴシック"/>
            </a:endParaRPr>
          </a:p>
        </p:txBody>
      </p:sp>
    </p:spTree>
    <p:extLst>
      <p:ext uri="{BB962C8B-B14F-4D97-AF65-F5344CB8AC3E}">
        <p14:creationId xmlns:p14="http://schemas.microsoft.com/office/powerpoint/2010/main" val="937432634"/>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Quotable">
  <a:themeElements>
    <a:clrScheme name="Quotable">
      <a:dk1>
        <a:sysClr val="windowText" lastClr="000000"/>
      </a:dk1>
      <a:lt1>
        <a:sysClr val="window" lastClr="FFFFFF"/>
      </a:lt1>
      <a:dk2>
        <a:srgbClr val="212121"/>
      </a:dk2>
      <a:lt2>
        <a:srgbClr val="636363"/>
      </a:lt2>
      <a:accent1>
        <a:srgbClr val="00C6BB"/>
      </a:accent1>
      <a:accent2>
        <a:srgbClr val="6FEBA0"/>
      </a:accent2>
      <a:accent3>
        <a:srgbClr val="B6DF5E"/>
      </a:accent3>
      <a:accent4>
        <a:srgbClr val="EFB251"/>
      </a:accent4>
      <a:accent5>
        <a:srgbClr val="EF755F"/>
      </a:accent5>
      <a:accent6>
        <a:srgbClr val="ED515C"/>
      </a:accent6>
      <a:hlink>
        <a:srgbClr val="8F8F8F"/>
      </a:hlink>
      <a:folHlink>
        <a:srgbClr val="A5A5A5"/>
      </a:folHlink>
    </a:clrScheme>
    <a:fontScheme name="Quotable">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Quotable">
      <a:fillStyleLst>
        <a:solidFill>
          <a:schemeClr val="phClr"/>
        </a:solidFill>
        <a:gradFill rotWithShape="1">
          <a:gsLst>
            <a:gs pos="0">
              <a:schemeClr val="phClr">
                <a:tint val="80000"/>
                <a:lumMod val="105000"/>
              </a:schemeClr>
            </a:gs>
            <a:gs pos="100000">
              <a:schemeClr val="phClr">
                <a:tint val="90000"/>
              </a:schemeClr>
            </a:gs>
          </a:gsLst>
          <a:lin ang="5400000" scaled="0"/>
        </a:gradFill>
        <a:blipFill rotWithShape="1">
          <a:blip xmlns:r="http://schemas.openxmlformats.org/officeDocument/2006/relationships" r:embed="rId1">
            <a:duotone>
              <a:schemeClr val="phClr">
                <a:tint val="98000"/>
                <a:lumMod val="102000"/>
              </a:schemeClr>
              <a:schemeClr val="phClr">
                <a:shade val="98000"/>
                <a:lumMod val="98000"/>
              </a:schemeClr>
            </a:duotone>
          </a:blip>
          <a:tile tx="0" ty="0" sx="100000" sy="100000" flip="none" algn="tl"/>
        </a:blipFill>
      </a:fillStyleLst>
      <a:lnStyleLst>
        <a:ln w="9525" cap="rnd" cmpd="sng" algn="ctr">
          <a:solidFill>
            <a:schemeClr val="ph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effectStyle>
        <a:effectStyle>
          <a:effectLst>
            <a:innerShdw blurRad="63500" dist="25400" dir="13500000">
              <a:srgbClr val="000000">
                <a:alpha val="75000"/>
              </a:srgbClr>
            </a:innerShdw>
          </a:effectLst>
        </a:effectStyle>
      </a:effectStyleLst>
      <a:bgFillStyleLst>
        <a:solidFill>
          <a:schemeClr val="phClr"/>
        </a:solidFill>
        <a:gradFill rotWithShape="1">
          <a:gsLst>
            <a:gs pos="0">
              <a:schemeClr val="phClr">
                <a:tint val="100000"/>
              </a:schemeClr>
            </a:gs>
            <a:gs pos="100000">
              <a:schemeClr val="phClr">
                <a:tint val="84000"/>
                <a:shade val="84000"/>
                <a:lumMod val="90000"/>
              </a:schemeClr>
            </a:gs>
          </a:gsLst>
          <a:lin ang="5400000" scaled="0"/>
        </a:gradFill>
        <a:gradFill rotWithShape="1">
          <a:gsLst>
            <a:gs pos="0">
              <a:schemeClr val="phClr">
                <a:tint val="84000"/>
                <a:shade val="90000"/>
                <a:satMod val="120000"/>
                <a:lumMod val="90000"/>
              </a:schemeClr>
            </a:gs>
            <a:gs pos="100000">
              <a:schemeClr val="phClr"/>
            </a:gs>
          </a:gsLst>
          <a:lin ang="5400000" scaled="0"/>
        </a:gradFill>
      </a:bgFillStyleLst>
    </a:fmtScheme>
  </a:themeElements>
  <a:objectDefaults/>
  <a:extraClrSchemeLst/>
  <a:extLst>
    <a:ext uri="{05A4C25C-085E-4340-85A3-A5531E510DB2}">
      <thm15:themeFamily xmlns:thm15="http://schemas.microsoft.com/office/thememl/2012/main" name="Quotable" id="{39EC5628-30ED-4578-ACD8-9820EDB8E15A}" vid="{6F3559E9-1A4C-49D8-94D4-F41003531C49}"/>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1f2cb6f2-ef0f-4bef-be7f-e48321c28c63">
      <Terms xmlns="http://schemas.microsoft.com/office/infopath/2007/PartnerControls"/>
    </lcf76f155ced4ddcb4097134ff3c332f>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ドキュメント" ma:contentTypeID="0x0101004A4EB72CBFCC2045B71FC28C44D8F722" ma:contentTypeVersion="9" ma:contentTypeDescription="新しいドキュメントを作成します。" ma:contentTypeScope="" ma:versionID="55554e9b3d1ad72dd9dfb809f22d4863">
  <xsd:schema xmlns:xsd="http://www.w3.org/2001/XMLSchema" xmlns:xs="http://www.w3.org/2001/XMLSchema" xmlns:p="http://schemas.microsoft.com/office/2006/metadata/properties" xmlns:ns2="1f2cb6f2-ef0f-4bef-be7f-e48321c28c63" targetNamespace="http://schemas.microsoft.com/office/2006/metadata/properties" ma:root="true" ma:fieldsID="203a758182a31cbf088bd017b4f8e3da" ns2:_="">
    <xsd:import namespace="1f2cb6f2-ef0f-4bef-be7f-e48321c28c63"/>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f2cb6f2-ef0f-4bef-be7f-e48321c28c6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画像タグ" ma:readOnly="false" ma:fieldId="{5cf76f15-5ced-4ddc-b409-7134ff3c332f}" ma:taxonomyMulti="true" ma:sspId="d42ac560-722d-4360-912d-1dc5c0f0d823" ma:termSetId="09814cd3-568e-fe90-9814-8d621ff8fb84" ma:anchorId="fba54fb3-c3e1-fe81-a776-ca4b69148c4d" ma:open="true" ma:isKeyword="false">
      <xsd:complexType>
        <xsd:sequence>
          <xsd:element ref="pc:Terms" minOccurs="0" maxOccurs="1"/>
        </xsd:sequence>
      </xsd:complex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コンテンツ タイプ"/>
        <xsd:element ref="dc:title" minOccurs="0" maxOccurs="1" ma:index="4" ma:displayName="タイトル"/>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342DFCA9-43DD-497C-B98D-6A81386B1ADF}">
  <ds:schemaRefs>
    <ds:schemaRef ds:uri="http://purl.org/dc/dcmitype/"/>
    <ds:schemaRef ds:uri="http://purl.org/dc/terms/"/>
    <ds:schemaRef ds:uri="http://schemas.openxmlformats.org/package/2006/metadata/core-properties"/>
    <ds:schemaRef ds:uri="1f2cb6f2-ef0f-4bef-be7f-e48321c28c63"/>
    <ds:schemaRef ds:uri="http://purl.org/dc/elements/1.1/"/>
    <ds:schemaRef ds:uri="http://schemas.microsoft.com/office/2006/documentManagement/types"/>
    <ds:schemaRef ds:uri="http://schemas.microsoft.com/office/infopath/2007/PartnerControls"/>
    <ds:schemaRef ds:uri="http://schemas.microsoft.com/office/2006/metadata/properties"/>
    <ds:schemaRef ds:uri="http://www.w3.org/XML/1998/namespace"/>
  </ds:schemaRefs>
</ds:datastoreItem>
</file>

<file path=customXml/itemProps2.xml><?xml version="1.0" encoding="utf-8"?>
<ds:datastoreItem xmlns:ds="http://schemas.openxmlformats.org/officeDocument/2006/customXml" ds:itemID="{D22F9BD1-9FD5-4038-BEDB-B22DABC9A9FE}">
  <ds:schemaRefs>
    <ds:schemaRef ds:uri="http://schemas.microsoft.com/sharepoint/v3/contenttype/forms"/>
  </ds:schemaRefs>
</ds:datastoreItem>
</file>

<file path=customXml/itemProps3.xml><?xml version="1.0" encoding="utf-8"?>
<ds:datastoreItem xmlns:ds="http://schemas.openxmlformats.org/officeDocument/2006/customXml" ds:itemID="{BA803392-CA79-4A41-B887-58FD6F37470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1f2cb6f2-ef0f-4bef-be7f-e48321c28c63"/>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TM03457503[[fn=クォータブル]]</Template>
  <TotalTime>638</TotalTime>
  <Words>652</Words>
  <Application>Microsoft Office PowerPoint</Application>
  <PresentationFormat>Widescreen</PresentationFormat>
  <Paragraphs>92</Paragraphs>
  <Slides>13</Slides>
  <Notes>10</Notes>
  <HiddenSlides>0</HiddenSlides>
  <MMClips>0</MMClips>
  <ScaleCrop>false</ScaleCrop>
  <HeadingPairs>
    <vt:vector size="4" baseType="variant">
      <vt:variant>
        <vt:lpstr>Theme</vt:lpstr>
      </vt:variant>
      <vt:variant>
        <vt:i4>1</vt:i4>
      </vt:variant>
      <vt:variant>
        <vt:lpstr>Slide Titles</vt:lpstr>
      </vt:variant>
      <vt:variant>
        <vt:i4>13</vt:i4>
      </vt:variant>
    </vt:vector>
  </HeadingPairs>
  <TitlesOfParts>
    <vt:vector size="14" baseType="lpstr">
      <vt:lpstr>Quotable</vt:lpstr>
      <vt:lpstr>スーパー商品管理システム 「SuperMarketManager」</vt:lpstr>
      <vt:lpstr>１．企画動機</vt:lpstr>
      <vt:lpstr>２・なぜこのシステムを作ろうとしたか</vt:lpstr>
      <vt:lpstr>３・システム概要</vt:lpstr>
      <vt:lpstr>PowerPoint Presentation</vt:lpstr>
      <vt:lpstr>４・想定している利用者</vt:lpstr>
      <vt:lpstr>５・導入するメリット</vt:lpstr>
      <vt:lpstr>６・最終的な目標</vt:lpstr>
      <vt:lpstr>システム開発の個人目標</vt:lpstr>
      <vt:lpstr>システム開発の個人目標</vt:lpstr>
      <vt:lpstr>７．技術調査</vt:lpstr>
      <vt:lpstr>８．質疑応答</vt:lpstr>
      <vt:lpstr>ご清聴ありがとうございました</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スーパー商品管理システム 「SuperMarketManagement」</dc:title>
  <dc:creator>2024_AI 村上 将太</dc:creator>
  <cp:lastModifiedBy>2024_AI 嘉藤 潤</cp:lastModifiedBy>
  <cp:revision>102</cp:revision>
  <dcterms:created xsi:type="dcterms:W3CDTF">2025-10-29T02:17:47Z</dcterms:created>
  <dcterms:modified xsi:type="dcterms:W3CDTF">2026-02-27T02:32:48Z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0x0101004A4EB72CBFCC2045B71FC28C44D8F722</vt:lpwstr>
  </property>
  <property fmtid="{D5CDD505-2E9C-101B-9397-08002B2CF9AE}" pid="3" name="MediaServiceImageTags">
    <vt:lpwstr/>
  </property>
</Properties>
</file>